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38"/>
  </p:notesMasterIdLst>
  <p:sldIdLst>
    <p:sldId id="271" r:id="rId2"/>
    <p:sldId id="325" r:id="rId3"/>
    <p:sldId id="298" r:id="rId4"/>
    <p:sldId id="299" r:id="rId5"/>
    <p:sldId id="302" r:id="rId6"/>
    <p:sldId id="305" r:id="rId7"/>
    <p:sldId id="334" r:id="rId8"/>
    <p:sldId id="304" r:id="rId9"/>
    <p:sldId id="313" r:id="rId10"/>
    <p:sldId id="314" r:id="rId11"/>
    <p:sldId id="319" r:id="rId12"/>
    <p:sldId id="300" r:id="rId13"/>
    <p:sldId id="333" r:id="rId14"/>
    <p:sldId id="327" r:id="rId15"/>
    <p:sldId id="301" r:id="rId16"/>
    <p:sldId id="328" r:id="rId17"/>
    <p:sldId id="310" r:id="rId18"/>
    <p:sldId id="315" r:id="rId19"/>
    <p:sldId id="316" r:id="rId20"/>
    <p:sldId id="317" r:id="rId21"/>
    <p:sldId id="318" r:id="rId22"/>
    <p:sldId id="296" r:id="rId23"/>
    <p:sldId id="324" r:id="rId24"/>
    <p:sldId id="320" r:id="rId25"/>
    <p:sldId id="307" r:id="rId26"/>
    <p:sldId id="311" r:id="rId27"/>
    <p:sldId id="321" r:id="rId28"/>
    <p:sldId id="322" r:id="rId29"/>
    <p:sldId id="323" r:id="rId30"/>
    <p:sldId id="326" r:id="rId31"/>
    <p:sldId id="308" r:id="rId32"/>
    <p:sldId id="332" r:id="rId33"/>
    <p:sldId id="312" r:id="rId34"/>
    <p:sldId id="274" r:id="rId35"/>
    <p:sldId id="329" r:id="rId36"/>
    <p:sldId id="294" r:id="rId37"/>
  </p:sldIdLst>
  <p:sldSz cx="9144000" cy="5143500" type="screen16x9"/>
  <p:notesSz cx="6858000" cy="9144000"/>
  <p:embeddedFontLst>
    <p:embeddedFont>
      <p:font typeface="Abadi" panose="020B0604020104020204" pitchFamily="34" charset="0"/>
      <p:regular r:id="rId39"/>
    </p:embeddedFont>
    <p:embeddedFont>
      <p:font typeface="Aptos Display" panose="020B0004020202020204" pitchFamily="34" charset="0"/>
      <p:regular r:id="rId40"/>
      <p:bold r:id="rId41"/>
      <p:italic r:id="rId42"/>
      <p:boldItalic r:id="rId43"/>
    </p:embeddedFont>
    <p:embeddedFont>
      <p:font typeface="Barlow Light" panose="00000400000000000000" pitchFamily="2" charset="0"/>
      <p:regular r:id="rId44"/>
      <p:bold r:id="rId45"/>
      <p:italic r:id="rId46"/>
      <p:boldItalic r:id="rId47"/>
    </p:embeddedFont>
    <p:embeddedFont>
      <p:font typeface="Bebas Neue" panose="020B0606020202050201" pitchFamily="34" charset="0"/>
      <p:regular r:id="rId48"/>
    </p:embeddedFont>
    <p:embeddedFont>
      <p:font typeface="Calibri" panose="020F0502020204030204" pitchFamily="34" charset="0"/>
      <p:regular r:id="rId49"/>
      <p:bold r:id="rId50"/>
      <p:italic r:id="rId51"/>
      <p:boldItalic r:id="rId5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6EC5275-DAFC-4D1D-BB08-226AE4820BEA}">
  <a:tblStyle styleId="{26EC5275-DAFC-4D1D-BB08-226AE4820BE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7D29FD1-D880-4DB6-BB14-3170E5B727E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33" autoAdjust="0"/>
    <p:restoredTop sz="96247" autoAdjust="0"/>
  </p:normalViewPr>
  <p:slideViewPr>
    <p:cSldViewPr snapToGrid="0">
      <p:cViewPr varScale="1">
        <p:scale>
          <a:sx n="89" d="100"/>
          <a:sy n="89" d="100"/>
        </p:scale>
        <p:origin x="51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font" Target="fonts/font12.fntdata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52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font" Target="fonts/font1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font" Target="fonts/font3.fntdata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5ed75ccf_0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5ed75ccf_0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5ed75ccf_0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5ed75ccf_0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22012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5ed75ccf_0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5ed75ccf_0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90899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5ed75ccf_0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5ed75ccf_0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72288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5ed75ccf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5ed75ccf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80848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5ed75ccf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5ed75ccf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6280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5ed75ccf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5ed75ccf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460213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5ed75ccf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5ed75ccf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73359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5ed75ccf_0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5ed75ccf_0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66377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5ed75ccf_0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5ed75ccf_0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51980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5ed75ccf_0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5ed75ccf_0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976524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5ed75ccf_0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5ed75ccf_0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67473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5ed75ccf_0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5ed75ccf_0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87185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5ed75ccf_0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5ed75ccf_0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92120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5ed75ccf_0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5ed75ccf_0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87316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5ed75ccf_0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5ed75ccf_0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75741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93154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995540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13366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9990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91989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89719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02752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58905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608241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435935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52462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951047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20137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418934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829412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534661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7923085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5ed75ccf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5ed75ccf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b2f7c811ed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b2f7c811ed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513106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7" name="Google Shape;1467;g41a98d525d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8" name="Google Shape;1468;g41a98d525d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6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6"/>
          <p:cNvSpPr/>
          <p:nvPr/>
        </p:nvSpPr>
        <p:spPr>
          <a:xfrm rot="5400000">
            <a:off x="728100" y="-727950"/>
            <a:ext cx="1877700" cy="3333600"/>
          </a:xfrm>
          <a:prstGeom prst="rtTriangle">
            <a:avLst/>
          </a:prstGeom>
          <a:gradFill>
            <a:gsLst>
              <a:gs pos="0">
                <a:schemeClr val="accent3"/>
              </a:gs>
              <a:gs pos="5000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6"/>
          <p:cNvSpPr/>
          <p:nvPr/>
        </p:nvSpPr>
        <p:spPr>
          <a:xfrm rot="-5400000">
            <a:off x="7741875" y="3741400"/>
            <a:ext cx="1010400" cy="1793700"/>
          </a:xfrm>
          <a:prstGeom prst="rtTriangle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855300" y="836000"/>
            <a:ext cx="74403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1"/>
          </p:nvPr>
        </p:nvSpPr>
        <p:spPr>
          <a:xfrm>
            <a:off x="855275" y="1576550"/>
            <a:ext cx="3473100" cy="309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spcBef>
                <a:spcPts val="0"/>
              </a:spcBef>
              <a:spcAft>
                <a:spcPts val="0"/>
              </a:spcAft>
              <a:buSzPts val="2000"/>
              <a:buChar char="▸"/>
              <a:defRPr sz="2000"/>
            </a:lvl1pPr>
            <a:lvl2pPr marL="914400" lvl="1" indent="-355600" rtl="0">
              <a:spcBef>
                <a:spcPts val="800"/>
              </a:spcBef>
              <a:spcAft>
                <a:spcPts val="0"/>
              </a:spcAft>
              <a:buSzPts val="2000"/>
              <a:buChar char="▹"/>
              <a:defRPr sz="2000"/>
            </a:lvl2pPr>
            <a:lvl3pPr marL="1371600" lvl="2" indent="-355600" rtl="0">
              <a:spcBef>
                <a:spcPts val="800"/>
              </a:spcBef>
              <a:spcAft>
                <a:spcPts val="0"/>
              </a:spcAft>
              <a:buSzPts val="2000"/>
              <a:buChar char="▹"/>
              <a:defRPr sz="2000"/>
            </a:lvl3pPr>
            <a:lvl4pPr marL="1828800" lvl="3" indent="-3556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2"/>
          </p:nvPr>
        </p:nvSpPr>
        <p:spPr>
          <a:xfrm>
            <a:off x="4815599" y="1576550"/>
            <a:ext cx="3473100" cy="309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55600" rtl="0">
              <a:spcBef>
                <a:spcPts val="0"/>
              </a:spcBef>
              <a:spcAft>
                <a:spcPts val="0"/>
              </a:spcAft>
              <a:buSzPts val="2000"/>
              <a:buChar char="▸"/>
              <a:defRPr sz="2000"/>
            </a:lvl1pPr>
            <a:lvl2pPr marL="914400" lvl="1" indent="-355600" rtl="0">
              <a:spcBef>
                <a:spcPts val="800"/>
              </a:spcBef>
              <a:spcAft>
                <a:spcPts val="0"/>
              </a:spcAft>
              <a:buSzPts val="2000"/>
              <a:buChar char="▹"/>
              <a:defRPr sz="2000"/>
            </a:lvl2pPr>
            <a:lvl3pPr marL="1371600" lvl="2" indent="-355600" rtl="0">
              <a:spcBef>
                <a:spcPts val="800"/>
              </a:spcBef>
              <a:spcAft>
                <a:spcPts val="0"/>
              </a:spcAft>
              <a:buSzPts val="2000"/>
              <a:buChar char="▹"/>
              <a:defRPr sz="2000"/>
            </a:lvl3pPr>
            <a:lvl4pPr marL="1828800" lvl="3" indent="-3556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8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8"/>
          <p:cNvSpPr/>
          <p:nvPr/>
        </p:nvSpPr>
        <p:spPr>
          <a:xfrm rot="5400000">
            <a:off x="728100" y="-727950"/>
            <a:ext cx="1877700" cy="3333600"/>
          </a:xfrm>
          <a:prstGeom prst="rtTriangle">
            <a:avLst/>
          </a:prstGeom>
          <a:gradFill>
            <a:gsLst>
              <a:gs pos="0">
                <a:schemeClr val="accent3"/>
              </a:gs>
              <a:gs pos="5000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8"/>
          <p:cNvSpPr/>
          <p:nvPr/>
        </p:nvSpPr>
        <p:spPr>
          <a:xfrm rot="-5400000">
            <a:off x="7741875" y="3741400"/>
            <a:ext cx="1010400" cy="1793700"/>
          </a:xfrm>
          <a:prstGeom prst="rtTriangle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title"/>
          </p:nvPr>
        </p:nvSpPr>
        <p:spPr>
          <a:xfrm>
            <a:off x="855300" y="836000"/>
            <a:ext cx="74403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lt2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9"/>
          <p:cNvPicPr preferRelativeResize="0"/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9"/>
          <p:cNvSpPr/>
          <p:nvPr/>
        </p:nvSpPr>
        <p:spPr>
          <a:xfrm rot="-5400000">
            <a:off x="7741875" y="3741400"/>
            <a:ext cx="1010400" cy="17937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body" idx="1"/>
          </p:nvPr>
        </p:nvSpPr>
        <p:spPr>
          <a:xfrm>
            <a:off x="855300" y="4406300"/>
            <a:ext cx="7433400" cy="51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 rtl="0">
              <a:spcBef>
                <a:spcPts val="0"/>
              </a:spcBef>
              <a:spcAft>
                <a:spcPts val="800"/>
              </a:spcAft>
              <a:buSzPts val="1800"/>
              <a:buNone/>
              <a:defRPr sz="1800"/>
            </a:lvl1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9"/>
          <p:cNvSpPr/>
          <p:nvPr/>
        </p:nvSpPr>
        <p:spPr>
          <a:xfrm rot="5400000">
            <a:off x="390600" y="-390600"/>
            <a:ext cx="1005900" cy="17871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10"/>
          <p:cNvPicPr preferRelativeResize="0"/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0"/>
          <p:cNvSpPr/>
          <p:nvPr/>
        </p:nvSpPr>
        <p:spPr>
          <a:xfrm rot="5400000">
            <a:off x="390600" y="-390600"/>
            <a:ext cx="1005900" cy="1787100"/>
          </a:xfrm>
          <a:prstGeom prst="rtTriangle">
            <a:avLst/>
          </a:prstGeom>
          <a:gradFill>
            <a:gsLst>
              <a:gs pos="0">
                <a:schemeClr val="accent3"/>
              </a:gs>
              <a:gs pos="50000">
                <a:schemeClr val="accent2"/>
              </a:gs>
              <a:gs pos="100000">
                <a:schemeClr val="accent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0"/>
          <p:cNvSpPr/>
          <p:nvPr/>
        </p:nvSpPr>
        <p:spPr>
          <a:xfrm rot="-5400000">
            <a:off x="7741875" y="3741400"/>
            <a:ext cx="1010400" cy="1793700"/>
          </a:xfrm>
          <a:prstGeom prst="rtTriangle">
            <a:avLst/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55300" y="836000"/>
            <a:ext cx="74403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Bebas Neue"/>
              <a:buNone/>
              <a:defRPr sz="36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55300" y="1576550"/>
            <a:ext cx="7440300" cy="2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Barlow Light"/>
              <a:buChar char="▸"/>
              <a:defRPr sz="24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lvl="1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Barlow Light"/>
              <a:buChar char="▹"/>
              <a:defRPr sz="24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lvl="2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Barlow Light"/>
              <a:buChar char="▹"/>
              <a:defRPr sz="24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lvl="3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●"/>
              <a:defRPr sz="24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lvl="4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○"/>
              <a:defRPr sz="24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lvl="5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■"/>
              <a:defRPr sz="24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lvl="6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●"/>
              <a:defRPr sz="24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lvl="7" indent="-381000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arlow Light"/>
              <a:buChar char="○"/>
              <a:defRPr sz="24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lvl="8" indent="-381000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2400"/>
              <a:buFont typeface="Barlow Light"/>
              <a:buChar char="■"/>
              <a:defRPr sz="24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1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1pPr>
            <a:lvl2pPr lvl="1" algn="r" rtl="0">
              <a:buNone/>
              <a:defRPr sz="1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r" rtl="0">
              <a:buNone/>
              <a:defRPr sz="1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r" rtl="0">
              <a:buNone/>
              <a:defRPr sz="1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r" rtl="0">
              <a:buNone/>
              <a:defRPr sz="1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r" rtl="0">
              <a:buNone/>
              <a:defRPr sz="1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r" rtl="0">
              <a:buNone/>
              <a:defRPr sz="1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r" rtl="0">
              <a:buNone/>
              <a:defRPr sz="1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r" rtl="0">
              <a:buNone/>
              <a:defRPr sz="1500">
                <a:solidFill>
                  <a:schemeClr val="lt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4" r:id="rId2"/>
    <p:sldLayoutId id="2147483655" r:id="rId3"/>
    <p:sldLayoutId id="2147483656" r:id="rId4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jpeg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0.svg"/><Relationship Id="rId4" Type="http://schemas.openxmlformats.org/officeDocument/2006/relationships/image" Target="../media/image3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ParthJadhav/Tkinter-Designer" TargetMode="External"/><Relationship Id="rId4" Type="http://schemas.openxmlformats.org/officeDocument/2006/relationships/hyperlink" Target="https://www.freecodecamp.org/news/python-automation-scripts/" TargetMode="Externa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6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2" name="Google Shape;66;p11">
            <a:extLst>
              <a:ext uri="{FF2B5EF4-FFF2-40B4-BE49-F238E27FC236}">
                <a16:creationId xmlns:a16="http://schemas.microsoft.com/office/drawing/2014/main" id="{DB2256E5-61CC-566F-F49C-85069C9F610A}"/>
              </a:ext>
            </a:extLst>
          </p:cNvPr>
          <p:cNvSpPr txBox="1">
            <a:spLocks/>
          </p:cNvSpPr>
          <p:nvPr/>
        </p:nvSpPr>
        <p:spPr>
          <a:xfrm>
            <a:off x="2104011" y="359449"/>
            <a:ext cx="5515020" cy="110951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AF5870-A34C-7D4A-71FE-B716A0309263}"/>
              </a:ext>
            </a:extLst>
          </p:cNvPr>
          <p:cNvSpPr txBox="1"/>
          <p:nvPr/>
        </p:nvSpPr>
        <p:spPr>
          <a:xfrm>
            <a:off x="1729701" y="206947"/>
            <a:ext cx="626364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300" b="1" dirty="0">
                <a:latin typeface="+mj-lt"/>
                <a:ea typeface="Tahoma" panose="020B0604030504040204" pitchFamily="34" charset="0"/>
                <a:cs typeface="Times New Roman" panose="02020603050405020304" pitchFamily="18" charset="0"/>
              </a:rPr>
              <a:t>BillForge KUET Teachers’ Edition</a:t>
            </a:r>
          </a:p>
          <a:p>
            <a:pPr algn="ctr"/>
            <a:r>
              <a:rPr lang="en-US" sz="2300" b="1" dirty="0">
                <a:latin typeface="+mj-lt"/>
                <a:ea typeface="Tahoma" panose="020B0604030504040204" pitchFamily="34" charset="0"/>
                <a:cs typeface="Times New Roman" panose="02020603050405020304" pitchFamily="18" charset="0"/>
              </a:rPr>
              <a:t>(An automatic bill generator from docx file) 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870C71-5E33-C429-560C-33C7493DB9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9807" y="1203423"/>
            <a:ext cx="1403425" cy="131902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7EC4F0F-FF4D-1732-2CC3-EC9576EB890A}"/>
              </a:ext>
            </a:extLst>
          </p:cNvPr>
          <p:cNvSpPr txBox="1"/>
          <p:nvPr/>
        </p:nvSpPr>
        <p:spPr>
          <a:xfrm>
            <a:off x="3447089" y="3244938"/>
            <a:ext cx="25755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Swaraj Chandra Biswas</a:t>
            </a:r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0A7792-1CEB-BDEB-50C5-71A4A822413F}"/>
              </a:ext>
            </a:extLst>
          </p:cNvPr>
          <p:cNvSpPr txBox="1"/>
          <p:nvPr/>
        </p:nvSpPr>
        <p:spPr>
          <a:xfrm>
            <a:off x="3210501" y="2892708"/>
            <a:ext cx="30487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Developed by: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5B93C0-3821-7369-AEC8-F054B71221DD}"/>
              </a:ext>
            </a:extLst>
          </p:cNvPr>
          <p:cNvSpPr txBox="1"/>
          <p:nvPr/>
        </p:nvSpPr>
        <p:spPr>
          <a:xfrm>
            <a:off x="1973521" y="4624229"/>
            <a:ext cx="577599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Department of Computer Science and Engineering</a:t>
            </a:r>
          </a:p>
          <a:p>
            <a:pPr algn="ctr"/>
            <a:r>
              <a:rPr lang="en-US" dirty="0"/>
              <a:t> </a:t>
            </a:r>
            <a:r>
              <a:rPr lang="en-US" sz="1200" dirty="0"/>
              <a:t>Khulna University of Engineering &amp; Technology</a:t>
            </a:r>
            <a:endParaRPr lang="en-US" dirty="0"/>
          </a:p>
        </p:txBody>
      </p:sp>
    </p:spTree>
  </p:cSld>
  <p:clrMapOvr>
    <a:masterClrMapping/>
  </p:clrMapOvr>
  <p:transition advTm="4884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6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2" name="Google Shape;66;p11">
            <a:extLst>
              <a:ext uri="{FF2B5EF4-FFF2-40B4-BE49-F238E27FC236}">
                <a16:creationId xmlns:a16="http://schemas.microsoft.com/office/drawing/2014/main" id="{DB2256E5-61CC-566F-F49C-85069C9F610A}"/>
              </a:ext>
            </a:extLst>
          </p:cNvPr>
          <p:cNvSpPr txBox="1">
            <a:spLocks/>
          </p:cNvSpPr>
          <p:nvPr/>
        </p:nvSpPr>
        <p:spPr>
          <a:xfrm>
            <a:off x="1989711" y="1127799"/>
            <a:ext cx="5515020" cy="110951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D36968-E032-8749-09F9-443064313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398" y="342732"/>
            <a:ext cx="306573" cy="3065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B991CE-E24B-C786-8855-EDAA456B3AAF}"/>
              </a:ext>
            </a:extLst>
          </p:cNvPr>
          <p:cNvSpPr txBox="1"/>
          <p:nvPr/>
        </p:nvSpPr>
        <p:spPr>
          <a:xfrm>
            <a:off x="715477" y="265185"/>
            <a:ext cx="16763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Contents: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113001-4B43-6702-0BBA-B81E12CA5A8A}"/>
              </a:ext>
            </a:extLst>
          </p:cNvPr>
          <p:cNvSpPr txBox="1"/>
          <p:nvPr/>
        </p:nvSpPr>
        <p:spPr>
          <a:xfrm>
            <a:off x="487684" y="1127799"/>
            <a:ext cx="7843516" cy="447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500" dirty="0"/>
              <a:t>Objectives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5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500" dirty="0"/>
              <a:t>Technologies Used</a:t>
            </a:r>
          </a:p>
          <a:p>
            <a:endParaRPr lang="en-US" sz="15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500" dirty="0"/>
              <a:t>System Diagram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5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500" dirty="0"/>
              <a:t>UI Mockup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5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500" dirty="0"/>
              <a:t>Flask API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5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500" dirty="0"/>
              <a:t>Constraints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5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500" dirty="0"/>
              <a:t>Future Plan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5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500" dirty="0"/>
              <a:t>Reference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500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500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500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887601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6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2" name="Google Shape;66;p11">
            <a:extLst>
              <a:ext uri="{FF2B5EF4-FFF2-40B4-BE49-F238E27FC236}">
                <a16:creationId xmlns:a16="http://schemas.microsoft.com/office/drawing/2014/main" id="{DB2256E5-61CC-566F-F49C-85069C9F610A}"/>
              </a:ext>
            </a:extLst>
          </p:cNvPr>
          <p:cNvSpPr txBox="1">
            <a:spLocks/>
          </p:cNvSpPr>
          <p:nvPr/>
        </p:nvSpPr>
        <p:spPr>
          <a:xfrm>
            <a:off x="1989711" y="1127799"/>
            <a:ext cx="5515020" cy="110951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D36968-E032-8749-09F9-443064313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398" y="974511"/>
            <a:ext cx="306573" cy="3065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B991CE-E24B-C786-8855-EDAA456B3AAF}"/>
              </a:ext>
            </a:extLst>
          </p:cNvPr>
          <p:cNvSpPr txBox="1"/>
          <p:nvPr/>
        </p:nvSpPr>
        <p:spPr>
          <a:xfrm>
            <a:off x="640971" y="896964"/>
            <a:ext cx="16763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Objectives: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113001-4B43-6702-0BBA-B81E12CA5A8A}"/>
              </a:ext>
            </a:extLst>
          </p:cNvPr>
          <p:cNvSpPr txBox="1"/>
          <p:nvPr/>
        </p:nvSpPr>
        <p:spPr>
          <a:xfrm>
            <a:off x="407247" y="1418590"/>
            <a:ext cx="816186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500" dirty="0"/>
              <a:t>To </a:t>
            </a:r>
            <a:r>
              <a:rPr lang="en-US" sz="1500" b="1" dirty="0"/>
              <a:t>automate</a:t>
            </a:r>
            <a:r>
              <a:rPr lang="en-US" sz="1500" dirty="0"/>
              <a:t> the process of creating </a:t>
            </a:r>
            <a:r>
              <a:rPr lang="en-US" sz="1500" b="1" dirty="0"/>
              <a:t>bills and sending emails.</a:t>
            </a:r>
            <a:br>
              <a:rPr lang="en-US" sz="1500" b="1" dirty="0"/>
            </a:br>
            <a:endParaRPr lang="en-US" sz="1500" b="1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500" dirty="0"/>
              <a:t>To </a:t>
            </a:r>
            <a:r>
              <a:rPr lang="en-US" sz="1500" b="1" dirty="0"/>
              <a:t>facilitates the work</a:t>
            </a:r>
            <a:r>
              <a:rPr lang="en-US" sz="1500" dirty="0"/>
              <a:t> of </a:t>
            </a:r>
            <a:r>
              <a:rPr lang="en-US" sz="1500" b="1" dirty="0"/>
              <a:t>office executives</a:t>
            </a:r>
            <a:r>
              <a:rPr lang="en-US" sz="1500" dirty="0"/>
              <a:t> of different departments of KUET.</a:t>
            </a:r>
            <a:br>
              <a:rPr lang="en-US" sz="1500" dirty="0"/>
            </a:br>
            <a:endParaRPr lang="en-US" sz="15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500" dirty="0"/>
              <a:t>To </a:t>
            </a:r>
            <a:r>
              <a:rPr lang="en-US" sz="1500" b="1" dirty="0"/>
              <a:t>save work hours </a:t>
            </a:r>
            <a:r>
              <a:rPr lang="en-US" sz="1500" dirty="0"/>
              <a:t>of office executives of different departments offices of KUET.</a:t>
            </a:r>
            <a:br>
              <a:rPr lang="en-US" sz="1500" dirty="0"/>
            </a:br>
            <a:endParaRPr lang="en-US" sz="15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500" dirty="0"/>
              <a:t>To </a:t>
            </a:r>
            <a:r>
              <a:rPr lang="en-US" sz="1500" b="1" dirty="0"/>
              <a:t>increase the work efficiency </a:t>
            </a:r>
            <a:r>
              <a:rPr lang="en-US" sz="1500" dirty="0"/>
              <a:t>of office executives thus they can manage their workflow in the limited time window.</a:t>
            </a:r>
            <a:br>
              <a:rPr lang="en-US" sz="1500" dirty="0"/>
            </a:br>
            <a:endParaRPr lang="en-US" sz="15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500" b="1" dirty="0"/>
              <a:t>To reduce the chance of human er</a:t>
            </a:r>
            <a:r>
              <a:rPr lang="en-US" sz="1500" dirty="0"/>
              <a:t>ror while creating bills for teachers.</a:t>
            </a:r>
            <a:br>
              <a:rPr lang="en-US" sz="1500" dirty="0"/>
            </a:br>
            <a:endParaRPr lang="en-US" sz="15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500" dirty="0"/>
              <a:t>To take a step forward of implementing the </a:t>
            </a:r>
            <a:r>
              <a:rPr lang="en-US" sz="1500" b="1" dirty="0"/>
              <a:t>vision</a:t>
            </a:r>
            <a:r>
              <a:rPr lang="en-US" sz="1500" dirty="0"/>
              <a:t> of ‘</a:t>
            </a:r>
            <a:r>
              <a:rPr lang="en-US" sz="1500" b="1" dirty="0"/>
              <a:t>DIGITAL KUET</a:t>
            </a:r>
            <a:r>
              <a:rPr lang="en-US" sz="1500" dirty="0"/>
              <a:t>’.</a:t>
            </a:r>
          </a:p>
        </p:txBody>
      </p:sp>
    </p:spTree>
    <p:extLst>
      <p:ext uri="{BB962C8B-B14F-4D97-AF65-F5344CB8AC3E}">
        <p14:creationId xmlns:p14="http://schemas.microsoft.com/office/powerpoint/2010/main" val="1395032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6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D36968-E032-8749-09F9-443064313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295" y="886033"/>
            <a:ext cx="364102" cy="3641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B991CE-E24B-C786-8855-EDAA456B3AAF}"/>
              </a:ext>
            </a:extLst>
          </p:cNvPr>
          <p:cNvSpPr txBox="1"/>
          <p:nvPr/>
        </p:nvSpPr>
        <p:spPr>
          <a:xfrm>
            <a:off x="710397" y="800096"/>
            <a:ext cx="21518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87BFBE-D18B-497A-1C37-98048C539178}"/>
              </a:ext>
            </a:extLst>
          </p:cNvPr>
          <p:cNvSpPr txBox="1"/>
          <p:nvPr/>
        </p:nvSpPr>
        <p:spPr>
          <a:xfrm>
            <a:off x="583335" y="1334916"/>
            <a:ext cx="7882502" cy="27907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500" b="0" i="0" dirty="0">
                <a:solidFill>
                  <a:srgbClr val="1F1F1F"/>
                </a:solidFill>
                <a:effectLst/>
                <a:latin typeface="+mn-lt"/>
              </a:rPr>
              <a:t>BillForge KUET Teachers' Edition </a:t>
            </a:r>
            <a:r>
              <a:rPr lang="en-US" sz="1500" b="1" i="0" dirty="0">
                <a:solidFill>
                  <a:srgbClr val="1F1F1F"/>
                </a:solidFill>
                <a:effectLst/>
                <a:latin typeface="+mn-lt"/>
              </a:rPr>
              <a:t>streamlines bill generation </a:t>
            </a:r>
            <a:r>
              <a:rPr lang="en-US" sz="1500" b="0" i="0" dirty="0">
                <a:solidFill>
                  <a:srgbClr val="1F1F1F"/>
                </a:solidFill>
                <a:effectLst/>
                <a:latin typeface="+mn-lt"/>
              </a:rPr>
              <a:t>for KUET teachers.</a:t>
            </a:r>
          </a:p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500" b="0" i="0" dirty="0">
                <a:solidFill>
                  <a:srgbClr val="1F1F1F"/>
                </a:solidFill>
                <a:effectLst/>
                <a:latin typeface="+mn-lt"/>
              </a:rPr>
              <a:t>Users </a:t>
            </a:r>
            <a:r>
              <a:rPr lang="en-US" sz="1500" b="1" i="0" dirty="0">
                <a:solidFill>
                  <a:srgbClr val="1F1F1F"/>
                </a:solidFill>
                <a:effectLst/>
                <a:latin typeface="+mn-lt"/>
              </a:rPr>
              <a:t>authenticate and provide </a:t>
            </a:r>
            <a:r>
              <a:rPr lang="en-US" sz="1500" b="0" i="0" dirty="0">
                <a:solidFill>
                  <a:srgbClr val="1F1F1F"/>
                </a:solidFill>
                <a:effectLst/>
                <a:latin typeface="+mn-lt"/>
              </a:rPr>
              <a:t>a doc file containing teacher information.</a:t>
            </a:r>
          </a:p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500" b="0" i="0" dirty="0">
                <a:solidFill>
                  <a:srgbClr val="1F1F1F"/>
                </a:solidFill>
                <a:effectLst/>
                <a:latin typeface="+mn-lt"/>
              </a:rPr>
              <a:t>BillForge </a:t>
            </a:r>
            <a:r>
              <a:rPr lang="en-US" sz="1500" b="1" i="0" dirty="0">
                <a:solidFill>
                  <a:srgbClr val="1F1F1F"/>
                </a:solidFill>
                <a:effectLst/>
                <a:latin typeface="+mn-lt"/>
              </a:rPr>
              <a:t>automatically extracts teacher dat</a:t>
            </a:r>
            <a:r>
              <a:rPr lang="en-US" sz="1500" b="0" i="0" dirty="0">
                <a:solidFill>
                  <a:srgbClr val="1F1F1F"/>
                </a:solidFill>
                <a:effectLst/>
                <a:latin typeface="+mn-lt"/>
              </a:rPr>
              <a:t>a, </a:t>
            </a:r>
            <a:r>
              <a:rPr lang="en-US" sz="1500" b="1" i="0" dirty="0">
                <a:solidFill>
                  <a:srgbClr val="1F1F1F"/>
                </a:solidFill>
                <a:effectLst/>
                <a:latin typeface="+mn-lt"/>
              </a:rPr>
              <a:t>generates bills</a:t>
            </a:r>
            <a:r>
              <a:rPr lang="en-US" sz="1500" b="0" i="0" dirty="0">
                <a:solidFill>
                  <a:srgbClr val="1F1F1F"/>
                </a:solidFill>
                <a:effectLst/>
                <a:latin typeface="+mn-lt"/>
              </a:rPr>
              <a:t>, and </a:t>
            </a:r>
            <a:r>
              <a:rPr lang="en-US" sz="1500" b="1" i="0" dirty="0">
                <a:solidFill>
                  <a:srgbClr val="1F1F1F"/>
                </a:solidFill>
                <a:effectLst/>
                <a:latin typeface="+mn-lt"/>
              </a:rPr>
              <a:t>sends emails</a:t>
            </a:r>
            <a:r>
              <a:rPr lang="en-US" sz="1500" b="0" i="0" dirty="0">
                <a:solidFill>
                  <a:srgbClr val="1F1F1F"/>
                </a:solidFill>
                <a:effectLst/>
                <a:latin typeface="+mn-lt"/>
              </a:rPr>
              <a:t>.</a:t>
            </a:r>
          </a:p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500" b="0" i="0" dirty="0">
                <a:solidFill>
                  <a:srgbClr val="1F1F1F"/>
                </a:solidFill>
                <a:effectLst/>
                <a:latin typeface="+mn-lt"/>
              </a:rPr>
              <a:t>BillForge </a:t>
            </a:r>
            <a:r>
              <a:rPr lang="en-US" sz="1500" b="1" i="0" dirty="0">
                <a:solidFill>
                  <a:srgbClr val="1F1F1F"/>
                </a:solidFill>
                <a:effectLst/>
                <a:latin typeface="+mn-lt"/>
              </a:rPr>
              <a:t>enhances billing efficiency</a:t>
            </a:r>
            <a:r>
              <a:rPr lang="en-US" sz="1500" b="0" i="0" dirty="0">
                <a:solidFill>
                  <a:srgbClr val="1F1F1F"/>
                </a:solidFill>
                <a:effectLst/>
                <a:latin typeface="+mn-lt"/>
              </a:rPr>
              <a:t>, </a:t>
            </a:r>
            <a:r>
              <a:rPr lang="en-US" sz="1500" b="1" i="0" dirty="0">
                <a:solidFill>
                  <a:srgbClr val="1F1F1F"/>
                </a:solidFill>
                <a:effectLst/>
                <a:latin typeface="+mn-lt"/>
              </a:rPr>
              <a:t>accuracy</a:t>
            </a:r>
            <a:r>
              <a:rPr lang="en-US" sz="1500" b="0" i="0" dirty="0">
                <a:solidFill>
                  <a:srgbClr val="1F1F1F"/>
                </a:solidFill>
                <a:effectLst/>
                <a:latin typeface="+mn-lt"/>
              </a:rPr>
              <a:t>, and </a:t>
            </a:r>
            <a:r>
              <a:rPr lang="en-US" sz="1500" b="1" i="0" dirty="0">
                <a:solidFill>
                  <a:srgbClr val="1F1F1F"/>
                </a:solidFill>
                <a:effectLst/>
                <a:latin typeface="+mn-lt"/>
              </a:rPr>
              <a:t>teacher communication</a:t>
            </a:r>
            <a:r>
              <a:rPr lang="en-US" sz="1500" b="0" i="0" dirty="0">
                <a:solidFill>
                  <a:srgbClr val="1F1F1F"/>
                </a:solidFill>
                <a:effectLst/>
                <a:latin typeface="+mn-lt"/>
              </a:rPr>
              <a:t>.</a:t>
            </a:r>
          </a:p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500" b="0" i="0" dirty="0">
                <a:solidFill>
                  <a:srgbClr val="1F1F1F"/>
                </a:solidFill>
                <a:effectLst/>
                <a:latin typeface="+mn-lt"/>
              </a:rPr>
              <a:t>It </a:t>
            </a:r>
            <a:r>
              <a:rPr lang="en-US" sz="1500" b="1" i="0" dirty="0">
                <a:solidFill>
                  <a:srgbClr val="1F1F1F"/>
                </a:solidFill>
                <a:effectLst/>
                <a:latin typeface="+mn-lt"/>
              </a:rPr>
              <a:t>integrates seamlessly </a:t>
            </a:r>
            <a:r>
              <a:rPr lang="en-US" sz="1500" b="0" i="0" dirty="0">
                <a:solidFill>
                  <a:srgbClr val="1F1F1F"/>
                </a:solidFill>
                <a:effectLst/>
                <a:latin typeface="+mn-lt"/>
              </a:rPr>
              <a:t>with </a:t>
            </a:r>
            <a:r>
              <a:rPr lang="en-US" sz="1500" b="1" i="0" dirty="0">
                <a:solidFill>
                  <a:srgbClr val="1F1F1F"/>
                </a:solidFill>
                <a:effectLst/>
                <a:latin typeface="+mn-lt"/>
              </a:rPr>
              <a:t>existing KUET systems</a:t>
            </a:r>
            <a:r>
              <a:rPr lang="en-US" sz="1500" b="0" i="0" dirty="0">
                <a:solidFill>
                  <a:srgbClr val="1F1F1F"/>
                </a:solidFill>
                <a:effectLst/>
                <a:latin typeface="+mn-lt"/>
              </a:rPr>
              <a:t> and safeguards data.</a:t>
            </a:r>
          </a:p>
          <a:p>
            <a:pPr marL="285750" indent="-285750" algn="l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1500" b="0" i="0" dirty="0">
                <a:solidFill>
                  <a:srgbClr val="1F1F1F"/>
                </a:solidFill>
                <a:effectLst/>
                <a:latin typeface="+mn-lt"/>
              </a:rPr>
              <a:t>BillForge contributes to </a:t>
            </a:r>
            <a:r>
              <a:rPr lang="en-US" sz="1500" b="1" i="0" dirty="0">
                <a:solidFill>
                  <a:srgbClr val="1F1F1F"/>
                </a:solidFill>
                <a:effectLst/>
                <a:latin typeface="+mn-lt"/>
              </a:rPr>
              <a:t>KUET's digital transformation initiative</a:t>
            </a:r>
            <a:r>
              <a:rPr lang="en-US" sz="1500" b="0" i="0" dirty="0">
                <a:solidFill>
                  <a:srgbClr val="1F1F1F"/>
                </a:solidFill>
                <a:effectLst/>
                <a:latin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728497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9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AF2307-AEAA-2AD6-0C6E-9C18FAC947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98" y="206161"/>
            <a:ext cx="306573" cy="3065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FCB70C-DB66-06F2-47F3-2BBCDF9FFEBD}"/>
              </a:ext>
            </a:extLst>
          </p:cNvPr>
          <p:cNvSpPr txBox="1"/>
          <p:nvPr/>
        </p:nvSpPr>
        <p:spPr>
          <a:xfrm>
            <a:off x="755271" y="128616"/>
            <a:ext cx="21979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Design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A2739A-5DA4-DF05-2515-F1B84227D312}"/>
              </a:ext>
            </a:extLst>
          </p:cNvPr>
          <p:cNvSpPr txBox="1"/>
          <p:nvPr/>
        </p:nvSpPr>
        <p:spPr>
          <a:xfrm>
            <a:off x="297181" y="573998"/>
            <a:ext cx="4742180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+mn-lt"/>
              </a:rPr>
              <a:t>The Spiral Model is a Software Development Life Cycle (SDLC) model that provides a systematic and iterative approach to software development .It is based on the idea of a spiral, with each iteration of the spiral representing a complete software development cycle</a:t>
            </a:r>
            <a:r>
              <a:rPr lang="en-US" dirty="0">
                <a:latin typeface="+mn-lt"/>
              </a:rPr>
              <a:t>.</a:t>
            </a:r>
            <a:br>
              <a:rPr lang="en-US" sz="1200" dirty="0"/>
            </a:br>
            <a:br>
              <a:rPr lang="en-US" sz="1200" dirty="0"/>
            </a:br>
            <a:r>
              <a:rPr lang="en-US" sz="1500" dirty="0">
                <a:latin typeface="+mn-lt"/>
              </a:rPr>
              <a:t>The phases of Spiral Model are: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+mn-lt"/>
              </a:rPr>
              <a:t>Planning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+mn-lt"/>
              </a:rPr>
              <a:t>Risk Analysis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+mn-lt"/>
              </a:rPr>
              <a:t>Engineering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+mn-lt"/>
              </a:rPr>
              <a:t>Evaluation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+mn-lt"/>
              </a:rPr>
              <a:t>Planning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0F7C98-EBFF-AD95-E432-60F2B9216400}"/>
              </a:ext>
            </a:extLst>
          </p:cNvPr>
          <p:cNvSpPr txBox="1"/>
          <p:nvPr/>
        </p:nvSpPr>
        <p:spPr>
          <a:xfrm>
            <a:off x="5174828" y="3879966"/>
            <a:ext cx="35039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Ref: https://www.itaims.com/blog/software-development-life-cycle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202DD1-DF47-D9AE-6C7F-8E62F69057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2561" y="590281"/>
            <a:ext cx="3436174" cy="3188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289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9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AF2307-AEAA-2AD6-0C6E-9C18FAC947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98" y="206161"/>
            <a:ext cx="306573" cy="3065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FCB70C-DB66-06F2-47F3-2BBCDF9FFEBD}"/>
              </a:ext>
            </a:extLst>
          </p:cNvPr>
          <p:cNvSpPr txBox="1"/>
          <p:nvPr/>
        </p:nvSpPr>
        <p:spPr>
          <a:xfrm>
            <a:off x="755271" y="97235"/>
            <a:ext cx="3037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Flow Diagram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BFE8782-496F-D0D5-5C90-8B7F9BDE45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3679" y="0"/>
            <a:ext cx="5254511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2D8BEA3-C5AC-E1D3-084C-B63D597F9C88}"/>
              </a:ext>
            </a:extLst>
          </p:cNvPr>
          <p:cNvSpPr txBox="1"/>
          <p:nvPr/>
        </p:nvSpPr>
        <p:spPr>
          <a:xfrm>
            <a:off x="5660994" y="1632419"/>
            <a:ext cx="5372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/>
              <a:t>New </a:t>
            </a:r>
          </a:p>
          <a:p>
            <a:r>
              <a:rPr lang="en-US" sz="600" dirty="0"/>
              <a:t>user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D65309-8760-3D0C-BDCD-746932970D41}"/>
              </a:ext>
            </a:extLst>
          </p:cNvPr>
          <p:cNvSpPr txBox="1"/>
          <p:nvPr/>
        </p:nvSpPr>
        <p:spPr>
          <a:xfrm>
            <a:off x="4088922" y="3687261"/>
            <a:ext cx="53728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/>
              <a:t>Yes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9E96696-FF83-D0BD-CAB1-FA0A1E7EEA7B}"/>
              </a:ext>
            </a:extLst>
          </p:cNvPr>
          <p:cNvSpPr txBox="1"/>
          <p:nvPr/>
        </p:nvSpPr>
        <p:spPr>
          <a:xfrm>
            <a:off x="6967133" y="3502595"/>
            <a:ext cx="53728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/>
              <a:t>yes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17646F-CC72-E56F-35FE-4F2AB40E5030}"/>
              </a:ext>
            </a:extLst>
          </p:cNvPr>
          <p:cNvSpPr txBox="1"/>
          <p:nvPr/>
        </p:nvSpPr>
        <p:spPr>
          <a:xfrm rot="16660033">
            <a:off x="4360537" y="3311452"/>
            <a:ext cx="1302589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/>
              <a:t>Bill Generated Successfully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87E3A7-B7E7-B18D-3FE9-BDE722B0F966}"/>
              </a:ext>
            </a:extLst>
          </p:cNvPr>
          <p:cNvSpPr txBox="1"/>
          <p:nvPr/>
        </p:nvSpPr>
        <p:spPr>
          <a:xfrm>
            <a:off x="4138017" y="4128769"/>
            <a:ext cx="69541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/>
              <a:t>Generated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CB7C023-1BC9-82F6-58AC-2C09732EE6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2291" y="1063482"/>
            <a:ext cx="909722" cy="18553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B8F2FA5-A2D0-BE52-D176-44675F3C89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2722" y="2371607"/>
            <a:ext cx="948859" cy="272051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76AB5C0-F00F-4F30-0979-AE642D9E07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23622" y="3233686"/>
            <a:ext cx="628789" cy="30505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A5AB541-014B-741D-2431-82D3866D4CC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07644" y="3094235"/>
            <a:ext cx="664243" cy="30955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702EB44-9C34-BDD8-EE64-915B8D11256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69729" y="2206619"/>
            <a:ext cx="831538" cy="164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8822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9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AF2307-AEAA-2AD6-0C6E-9C18FAC947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98" y="206161"/>
            <a:ext cx="306573" cy="3065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FCB70C-DB66-06F2-47F3-2BBCDF9FFEBD}"/>
              </a:ext>
            </a:extLst>
          </p:cNvPr>
          <p:cNvSpPr txBox="1"/>
          <p:nvPr/>
        </p:nvSpPr>
        <p:spPr>
          <a:xfrm>
            <a:off x="755271" y="97235"/>
            <a:ext cx="3037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Flow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A4FB1B-576A-30C2-F52B-D9E6520162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698" y="608843"/>
            <a:ext cx="8110062" cy="45319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229E3AF-E281-B15E-5D17-B13D7D91E4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052" y="3592772"/>
            <a:ext cx="1226137" cy="6162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220A028-A8F1-1E7E-3805-F7F0AD7823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120" y="2616464"/>
            <a:ext cx="792341" cy="7496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9D2862F-4188-BAFF-7EE6-BCD841A0EB1A}"/>
              </a:ext>
            </a:extLst>
          </p:cNvPr>
          <p:cNvSpPr txBox="1"/>
          <p:nvPr/>
        </p:nvSpPr>
        <p:spPr>
          <a:xfrm>
            <a:off x="1608061" y="2243875"/>
            <a:ext cx="57335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dirty="0"/>
              <a:t>new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105184E-3273-C4AE-85B3-9C4E324C7A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75889" y="3007087"/>
            <a:ext cx="693024" cy="130525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289E292-0B58-EF70-4523-5980568AC40D}"/>
              </a:ext>
            </a:extLst>
          </p:cNvPr>
          <p:cNvCxnSpPr/>
          <p:nvPr/>
        </p:nvCxnSpPr>
        <p:spPr>
          <a:xfrm>
            <a:off x="1350121" y="2246110"/>
            <a:ext cx="525768" cy="325640"/>
          </a:xfrm>
          <a:prstGeom prst="straightConnector1">
            <a:avLst/>
          </a:prstGeom>
          <a:ln>
            <a:solidFill>
              <a:schemeClr val="tx1">
                <a:lumMod val="25000"/>
                <a:lumOff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7464F23-8789-250B-AF8C-E05FFE0FCCD3}"/>
              </a:ext>
            </a:extLst>
          </p:cNvPr>
          <p:cNvCxnSpPr/>
          <p:nvPr/>
        </p:nvCxnSpPr>
        <p:spPr>
          <a:xfrm flipV="1">
            <a:off x="2620461" y="2307479"/>
            <a:ext cx="220930" cy="308985"/>
          </a:xfrm>
          <a:prstGeom prst="straightConnector1">
            <a:avLst/>
          </a:prstGeom>
          <a:ln>
            <a:solidFill>
              <a:schemeClr val="tx1">
                <a:lumMod val="25000"/>
                <a:lumOff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4499EAC-602F-460D-4FB8-33DDC4FED94E}"/>
              </a:ext>
            </a:extLst>
          </p:cNvPr>
          <p:cNvSpPr txBox="1"/>
          <p:nvPr/>
        </p:nvSpPr>
        <p:spPr>
          <a:xfrm rot="19144516">
            <a:off x="2514729" y="2379497"/>
            <a:ext cx="70726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/>
              <a:t>Registered </a:t>
            </a:r>
            <a:endParaRPr lang="en-US" sz="11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B93CAD3-86D3-C699-9C33-FC8E65D6AB0C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1350121" y="3228405"/>
            <a:ext cx="477999" cy="364367"/>
          </a:xfrm>
          <a:prstGeom prst="straightConnector1">
            <a:avLst/>
          </a:prstGeom>
          <a:ln>
            <a:solidFill>
              <a:schemeClr val="tx1">
                <a:lumMod val="25000"/>
                <a:lumOff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0DCC7B0F-147C-C176-5374-DEDC1F600BD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5171" y="597983"/>
            <a:ext cx="750743" cy="63566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A5CB962-62DE-3EBD-1560-8827B6AE09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739" y="1520157"/>
            <a:ext cx="834323" cy="731384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30C3BCA-DDE2-537B-E985-80F259EF6E11}"/>
              </a:ext>
            </a:extLst>
          </p:cNvPr>
          <p:cNvSpPr txBox="1"/>
          <p:nvPr/>
        </p:nvSpPr>
        <p:spPr>
          <a:xfrm>
            <a:off x="783317" y="2034238"/>
            <a:ext cx="89874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 err="1"/>
              <a:t>i.General</a:t>
            </a:r>
            <a:r>
              <a:rPr lang="en-US" sz="600" dirty="0"/>
              <a:t>   </a:t>
            </a:r>
            <a:r>
              <a:rPr lang="en-US" sz="600" dirty="0" err="1"/>
              <a:t>ii.Backlog</a:t>
            </a:r>
            <a:endParaRPr lang="en-US" sz="11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C03D93F-3CC4-5C91-D82F-0F1B3AC83B0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7727" y="1888908"/>
            <a:ext cx="718796" cy="179699"/>
          </a:xfrm>
          <a:prstGeom prst="rect">
            <a:avLst/>
          </a:prstGeom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FBC596E-3B1B-007D-02BC-B6D4A5CB5029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1233901" y="1246032"/>
            <a:ext cx="0" cy="274125"/>
          </a:xfrm>
          <a:prstGeom prst="straightConnector1">
            <a:avLst/>
          </a:prstGeom>
          <a:ln>
            <a:solidFill>
              <a:schemeClr val="tx1">
                <a:lumMod val="25000"/>
                <a:lumOff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4122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9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AF2307-AEAA-2AD6-0C6E-9C18FAC947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98" y="206161"/>
            <a:ext cx="306573" cy="3065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FCB70C-DB66-06F2-47F3-2BBCDF9FFEBD}"/>
              </a:ext>
            </a:extLst>
          </p:cNvPr>
          <p:cNvSpPr txBox="1"/>
          <p:nvPr/>
        </p:nvSpPr>
        <p:spPr>
          <a:xfrm>
            <a:off x="755271" y="97235"/>
            <a:ext cx="30377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Case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9F4CBB-5C84-09C5-86B8-E65BA27A48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7164" y="670666"/>
            <a:ext cx="6239860" cy="41997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77A2B5B-7688-2054-1537-2B00BDD7EB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5006" y="3166014"/>
            <a:ext cx="969633" cy="4283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58A4108-1746-7AFA-4F14-09518E071F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0827" y="3905892"/>
            <a:ext cx="1963812" cy="74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824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6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2" name="Google Shape;66;p11">
            <a:extLst>
              <a:ext uri="{FF2B5EF4-FFF2-40B4-BE49-F238E27FC236}">
                <a16:creationId xmlns:a16="http://schemas.microsoft.com/office/drawing/2014/main" id="{DB2256E5-61CC-566F-F49C-85069C9F610A}"/>
              </a:ext>
            </a:extLst>
          </p:cNvPr>
          <p:cNvSpPr txBox="1">
            <a:spLocks/>
          </p:cNvSpPr>
          <p:nvPr/>
        </p:nvSpPr>
        <p:spPr>
          <a:xfrm>
            <a:off x="2104011" y="359449"/>
            <a:ext cx="5515020" cy="110951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D36968-E032-8749-09F9-443064313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98" y="206161"/>
            <a:ext cx="306573" cy="3065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B991CE-E24B-C786-8855-EDAA456B3AAF}"/>
              </a:ext>
            </a:extLst>
          </p:cNvPr>
          <p:cNvSpPr txBox="1"/>
          <p:nvPr/>
        </p:nvSpPr>
        <p:spPr>
          <a:xfrm>
            <a:off x="755270" y="128616"/>
            <a:ext cx="2882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UI Mockup Input Doc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0C77181-D7B4-1647-DA74-50A56F9BBD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916" y="590279"/>
            <a:ext cx="8785713" cy="4105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6669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6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2" name="Google Shape;66;p11">
            <a:extLst>
              <a:ext uri="{FF2B5EF4-FFF2-40B4-BE49-F238E27FC236}">
                <a16:creationId xmlns:a16="http://schemas.microsoft.com/office/drawing/2014/main" id="{DB2256E5-61CC-566F-F49C-85069C9F610A}"/>
              </a:ext>
            </a:extLst>
          </p:cNvPr>
          <p:cNvSpPr txBox="1">
            <a:spLocks/>
          </p:cNvSpPr>
          <p:nvPr/>
        </p:nvSpPr>
        <p:spPr>
          <a:xfrm>
            <a:off x="2104011" y="359449"/>
            <a:ext cx="5515020" cy="110951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D36968-E032-8749-09F9-443064313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98" y="206161"/>
            <a:ext cx="306573" cy="3065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B991CE-E24B-C786-8855-EDAA456B3AAF}"/>
              </a:ext>
            </a:extLst>
          </p:cNvPr>
          <p:cNvSpPr txBox="1"/>
          <p:nvPr/>
        </p:nvSpPr>
        <p:spPr>
          <a:xfrm>
            <a:off x="755270" y="128616"/>
            <a:ext cx="2882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UI Mockup Input Doc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93BEDB-CC34-22FD-6E39-D6DE6D3056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916" y="590279"/>
            <a:ext cx="8783055" cy="4112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031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6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sp>
        <p:nvSpPr>
          <p:cNvPr id="2" name="Google Shape;66;p11">
            <a:extLst>
              <a:ext uri="{FF2B5EF4-FFF2-40B4-BE49-F238E27FC236}">
                <a16:creationId xmlns:a16="http://schemas.microsoft.com/office/drawing/2014/main" id="{DB2256E5-61CC-566F-F49C-85069C9F610A}"/>
              </a:ext>
            </a:extLst>
          </p:cNvPr>
          <p:cNvSpPr txBox="1">
            <a:spLocks/>
          </p:cNvSpPr>
          <p:nvPr/>
        </p:nvSpPr>
        <p:spPr>
          <a:xfrm>
            <a:off x="2104011" y="359449"/>
            <a:ext cx="5515020" cy="110951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D36968-E032-8749-09F9-443064313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98" y="206161"/>
            <a:ext cx="306573" cy="3065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B991CE-E24B-C786-8855-EDAA456B3AAF}"/>
              </a:ext>
            </a:extLst>
          </p:cNvPr>
          <p:cNvSpPr txBox="1"/>
          <p:nvPr/>
        </p:nvSpPr>
        <p:spPr>
          <a:xfrm>
            <a:off x="755270" y="128616"/>
            <a:ext cx="2882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UI Mockup Input Doc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C1FB60-47EE-5DCD-D588-0BB340F42D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0177" y="590281"/>
            <a:ext cx="3777023" cy="4193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2606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6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2" name="Google Shape;66;p11">
            <a:extLst>
              <a:ext uri="{FF2B5EF4-FFF2-40B4-BE49-F238E27FC236}">
                <a16:creationId xmlns:a16="http://schemas.microsoft.com/office/drawing/2014/main" id="{DB2256E5-61CC-566F-F49C-85069C9F610A}"/>
              </a:ext>
            </a:extLst>
          </p:cNvPr>
          <p:cNvSpPr txBox="1">
            <a:spLocks/>
          </p:cNvSpPr>
          <p:nvPr/>
        </p:nvSpPr>
        <p:spPr>
          <a:xfrm>
            <a:off x="2104011" y="359449"/>
            <a:ext cx="5515020" cy="110951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D36968-E032-8749-09F9-443064313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98" y="206161"/>
            <a:ext cx="306573" cy="3065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B991CE-E24B-C786-8855-EDAA456B3AAF}"/>
              </a:ext>
            </a:extLst>
          </p:cNvPr>
          <p:cNvSpPr txBox="1"/>
          <p:nvPr/>
        </p:nvSpPr>
        <p:spPr>
          <a:xfrm>
            <a:off x="755271" y="128616"/>
            <a:ext cx="16763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UI Mockup</a:t>
            </a:r>
          </a:p>
        </p:txBody>
      </p:sp>
      <p:grpSp>
        <p:nvGrpSpPr>
          <p:cNvPr id="5" name="Google Shape;390;p32">
            <a:extLst>
              <a:ext uri="{FF2B5EF4-FFF2-40B4-BE49-F238E27FC236}">
                <a16:creationId xmlns:a16="http://schemas.microsoft.com/office/drawing/2014/main" id="{72FD0E74-6571-7B83-7084-B0B1EF9BF0D1}"/>
              </a:ext>
            </a:extLst>
          </p:cNvPr>
          <p:cNvGrpSpPr/>
          <p:nvPr/>
        </p:nvGrpSpPr>
        <p:grpSpPr>
          <a:xfrm>
            <a:off x="1048848" y="1016015"/>
            <a:ext cx="7046303" cy="3576305"/>
            <a:chOff x="1177450" y="241631"/>
            <a:chExt cx="6173152" cy="3616776"/>
          </a:xfrm>
        </p:grpSpPr>
        <p:sp>
          <p:nvSpPr>
            <p:cNvPr id="7" name="Google Shape;391;p32">
              <a:extLst>
                <a:ext uri="{FF2B5EF4-FFF2-40B4-BE49-F238E27FC236}">
                  <a16:creationId xmlns:a16="http://schemas.microsoft.com/office/drawing/2014/main" id="{2D5D5E95-39D0-4F7E-947B-1375C97ACD8C}"/>
                </a:ext>
              </a:extLst>
            </p:cNvPr>
            <p:cNvSpPr/>
            <p:nvPr/>
          </p:nvSpPr>
          <p:spPr>
            <a:xfrm>
              <a:off x="1682275" y="241631"/>
              <a:ext cx="5161606" cy="3454973"/>
            </a:xfrm>
            <a:custGeom>
              <a:avLst/>
              <a:gdLst/>
              <a:ahLst/>
              <a:cxnLst/>
              <a:rect l="l" t="t" r="r" b="b"/>
              <a:pathLst>
                <a:path w="5161606" h="3454973" extrusionOk="0">
                  <a:moveTo>
                    <a:pt x="4992053" y="0"/>
                  </a:moveTo>
                  <a:lnTo>
                    <a:pt x="170498" y="0"/>
                  </a:lnTo>
                  <a:cubicBezTo>
                    <a:pt x="76200" y="0"/>
                    <a:pt x="0" y="76143"/>
                    <a:pt x="0" y="170369"/>
                  </a:cubicBezTo>
                  <a:lnTo>
                    <a:pt x="0" y="3396915"/>
                  </a:lnTo>
                  <a:cubicBezTo>
                    <a:pt x="0" y="3429275"/>
                    <a:pt x="26670" y="3454973"/>
                    <a:pt x="58102" y="3454973"/>
                  </a:cubicBezTo>
                  <a:lnTo>
                    <a:pt x="5103495" y="3454973"/>
                  </a:lnTo>
                  <a:cubicBezTo>
                    <a:pt x="5135880" y="3454973"/>
                    <a:pt x="5161598" y="3428324"/>
                    <a:pt x="5161598" y="3396915"/>
                  </a:cubicBezTo>
                  <a:lnTo>
                    <a:pt x="5161598" y="170369"/>
                  </a:lnTo>
                  <a:cubicBezTo>
                    <a:pt x="5162550" y="76143"/>
                    <a:pt x="5086350" y="0"/>
                    <a:pt x="4992053" y="0"/>
                  </a:cubicBezTo>
                  <a:close/>
                  <a:moveTo>
                    <a:pt x="4981575" y="3245581"/>
                  </a:moveTo>
                  <a:lnTo>
                    <a:pt x="190500" y="3245581"/>
                  </a:lnTo>
                  <a:lnTo>
                    <a:pt x="190500" y="199874"/>
                  </a:lnTo>
                  <a:lnTo>
                    <a:pt x="4981575" y="199874"/>
                  </a:lnTo>
                  <a:lnTo>
                    <a:pt x="4981575" y="324558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50000">
                  <a:schemeClr val="accent2"/>
                </a:gs>
                <a:gs pos="100000">
                  <a:schemeClr val="accent3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392;p32">
              <a:extLst>
                <a:ext uri="{FF2B5EF4-FFF2-40B4-BE49-F238E27FC236}">
                  <a16:creationId xmlns:a16="http://schemas.microsoft.com/office/drawing/2014/main" id="{0F6EB177-CDF9-3B2F-51FC-A5FAC43BD482}"/>
                </a:ext>
              </a:extLst>
            </p:cNvPr>
            <p:cNvSpPr/>
            <p:nvPr/>
          </p:nvSpPr>
          <p:spPr>
            <a:xfrm>
              <a:off x="1177450" y="3763229"/>
              <a:ext cx="6173152" cy="95178"/>
            </a:xfrm>
            <a:custGeom>
              <a:avLst/>
              <a:gdLst/>
              <a:ahLst/>
              <a:cxnLst/>
              <a:rect l="l" t="t" r="r" b="b"/>
              <a:pathLst>
                <a:path w="6173152" h="95178" extrusionOk="0">
                  <a:moveTo>
                    <a:pt x="0" y="0"/>
                  </a:moveTo>
                  <a:cubicBezTo>
                    <a:pt x="0" y="0"/>
                    <a:pt x="129540" y="95178"/>
                    <a:pt x="450533" y="95178"/>
                  </a:cubicBezTo>
                  <a:lnTo>
                    <a:pt x="5817870" y="95178"/>
                  </a:lnTo>
                  <a:cubicBezTo>
                    <a:pt x="5948363" y="95178"/>
                    <a:pt x="6173153" y="0"/>
                    <a:pt x="617315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393;p32">
              <a:extLst>
                <a:ext uri="{FF2B5EF4-FFF2-40B4-BE49-F238E27FC236}">
                  <a16:creationId xmlns:a16="http://schemas.microsoft.com/office/drawing/2014/main" id="{4346DD79-250D-A9DF-CA7D-734F75ACC9CF}"/>
                </a:ext>
              </a:extLst>
            </p:cNvPr>
            <p:cNvSpPr/>
            <p:nvPr/>
          </p:nvSpPr>
          <p:spPr>
            <a:xfrm>
              <a:off x="1177450" y="3687086"/>
              <a:ext cx="6172200" cy="76142"/>
            </a:xfrm>
            <a:custGeom>
              <a:avLst/>
              <a:gdLst/>
              <a:ahLst/>
              <a:cxnLst/>
              <a:rect l="l" t="t" r="r" b="b"/>
              <a:pathLst>
                <a:path w="6172200" h="76142" extrusionOk="0">
                  <a:moveTo>
                    <a:pt x="0" y="76143"/>
                  </a:moveTo>
                  <a:lnTo>
                    <a:pt x="6172200" y="76143"/>
                  </a:lnTo>
                  <a:lnTo>
                    <a:pt x="6172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394;p32">
              <a:extLst>
                <a:ext uri="{FF2B5EF4-FFF2-40B4-BE49-F238E27FC236}">
                  <a16:creationId xmlns:a16="http://schemas.microsoft.com/office/drawing/2014/main" id="{52DA5A3B-E186-BDD0-E0DB-2B53795D3FE6}"/>
                </a:ext>
              </a:extLst>
            </p:cNvPr>
            <p:cNvSpPr/>
            <p:nvPr/>
          </p:nvSpPr>
          <p:spPr>
            <a:xfrm>
              <a:off x="3806350" y="3687086"/>
              <a:ext cx="903922" cy="47589"/>
            </a:xfrm>
            <a:custGeom>
              <a:avLst/>
              <a:gdLst/>
              <a:ahLst/>
              <a:cxnLst/>
              <a:rect l="l" t="t" r="r" b="b"/>
              <a:pathLst>
                <a:path w="903922" h="47589" extrusionOk="0">
                  <a:moveTo>
                    <a:pt x="0" y="0"/>
                  </a:moveTo>
                  <a:cubicBezTo>
                    <a:pt x="0" y="0"/>
                    <a:pt x="26670" y="47589"/>
                    <a:pt x="53340" y="47589"/>
                  </a:cubicBezTo>
                  <a:lnTo>
                    <a:pt x="850582" y="47589"/>
                  </a:lnTo>
                  <a:cubicBezTo>
                    <a:pt x="877253" y="47589"/>
                    <a:pt x="903922" y="0"/>
                    <a:pt x="90392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A2A30">
                <a:alpha val="128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7356EAA4-5045-4152-2842-4E7DE0FD80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4519" y="1246848"/>
            <a:ext cx="5400705" cy="2981486"/>
          </a:xfrm>
          <a:prstGeom prst="rect">
            <a:avLst/>
          </a:prstGeom>
        </p:spPr>
      </p:pic>
      <p:sp>
        <p:nvSpPr>
          <p:cNvPr id="15" name="Arrow: Left 14">
            <a:extLst>
              <a:ext uri="{FF2B5EF4-FFF2-40B4-BE49-F238E27FC236}">
                <a16:creationId xmlns:a16="http://schemas.microsoft.com/office/drawing/2014/main" id="{40D3ECF8-7DFE-D497-3F67-8D94BA9DC64A}"/>
              </a:ext>
            </a:extLst>
          </p:cNvPr>
          <p:cNvSpPr/>
          <p:nvPr/>
        </p:nvSpPr>
        <p:spPr>
          <a:xfrm rot="19493032">
            <a:off x="5262850" y="3573288"/>
            <a:ext cx="866987" cy="202499"/>
          </a:xfrm>
          <a:prstGeom prst="lef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2297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6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2" name="Google Shape;66;p11">
            <a:extLst>
              <a:ext uri="{FF2B5EF4-FFF2-40B4-BE49-F238E27FC236}">
                <a16:creationId xmlns:a16="http://schemas.microsoft.com/office/drawing/2014/main" id="{DB2256E5-61CC-566F-F49C-85069C9F610A}"/>
              </a:ext>
            </a:extLst>
          </p:cNvPr>
          <p:cNvSpPr txBox="1">
            <a:spLocks/>
          </p:cNvSpPr>
          <p:nvPr/>
        </p:nvSpPr>
        <p:spPr>
          <a:xfrm>
            <a:off x="2104011" y="359449"/>
            <a:ext cx="5515020" cy="110951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D36968-E032-8749-09F9-443064313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98" y="206161"/>
            <a:ext cx="306573" cy="3065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B991CE-E24B-C786-8855-EDAA456B3AAF}"/>
              </a:ext>
            </a:extLst>
          </p:cNvPr>
          <p:cNvSpPr txBox="1"/>
          <p:nvPr/>
        </p:nvSpPr>
        <p:spPr>
          <a:xfrm>
            <a:off x="755271" y="128616"/>
            <a:ext cx="16763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UI Mockup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DDDFF3-DBC4-8128-1880-3310C193FA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6326" y="1204239"/>
            <a:ext cx="5606287" cy="3026101"/>
          </a:xfrm>
          <a:prstGeom prst="rect">
            <a:avLst/>
          </a:prstGeom>
        </p:spPr>
      </p:pic>
      <p:grpSp>
        <p:nvGrpSpPr>
          <p:cNvPr id="5" name="Google Shape;390;p32">
            <a:extLst>
              <a:ext uri="{FF2B5EF4-FFF2-40B4-BE49-F238E27FC236}">
                <a16:creationId xmlns:a16="http://schemas.microsoft.com/office/drawing/2014/main" id="{72FD0E74-6571-7B83-7084-B0B1EF9BF0D1}"/>
              </a:ext>
            </a:extLst>
          </p:cNvPr>
          <p:cNvGrpSpPr/>
          <p:nvPr/>
        </p:nvGrpSpPr>
        <p:grpSpPr>
          <a:xfrm>
            <a:off x="1048848" y="1016015"/>
            <a:ext cx="7046303" cy="3576305"/>
            <a:chOff x="1177450" y="241631"/>
            <a:chExt cx="6173152" cy="3616776"/>
          </a:xfrm>
        </p:grpSpPr>
        <p:sp>
          <p:nvSpPr>
            <p:cNvPr id="7" name="Google Shape;391;p32">
              <a:extLst>
                <a:ext uri="{FF2B5EF4-FFF2-40B4-BE49-F238E27FC236}">
                  <a16:creationId xmlns:a16="http://schemas.microsoft.com/office/drawing/2014/main" id="{2D5D5E95-39D0-4F7E-947B-1375C97ACD8C}"/>
                </a:ext>
              </a:extLst>
            </p:cNvPr>
            <p:cNvSpPr/>
            <p:nvPr/>
          </p:nvSpPr>
          <p:spPr>
            <a:xfrm>
              <a:off x="1682275" y="241631"/>
              <a:ext cx="5161606" cy="3454973"/>
            </a:xfrm>
            <a:custGeom>
              <a:avLst/>
              <a:gdLst/>
              <a:ahLst/>
              <a:cxnLst/>
              <a:rect l="l" t="t" r="r" b="b"/>
              <a:pathLst>
                <a:path w="5161606" h="3454973" extrusionOk="0">
                  <a:moveTo>
                    <a:pt x="4992053" y="0"/>
                  </a:moveTo>
                  <a:lnTo>
                    <a:pt x="170498" y="0"/>
                  </a:lnTo>
                  <a:cubicBezTo>
                    <a:pt x="76200" y="0"/>
                    <a:pt x="0" y="76143"/>
                    <a:pt x="0" y="170369"/>
                  </a:cubicBezTo>
                  <a:lnTo>
                    <a:pt x="0" y="3396915"/>
                  </a:lnTo>
                  <a:cubicBezTo>
                    <a:pt x="0" y="3429275"/>
                    <a:pt x="26670" y="3454973"/>
                    <a:pt x="58102" y="3454973"/>
                  </a:cubicBezTo>
                  <a:lnTo>
                    <a:pt x="5103495" y="3454973"/>
                  </a:lnTo>
                  <a:cubicBezTo>
                    <a:pt x="5135880" y="3454973"/>
                    <a:pt x="5161598" y="3428324"/>
                    <a:pt x="5161598" y="3396915"/>
                  </a:cubicBezTo>
                  <a:lnTo>
                    <a:pt x="5161598" y="170369"/>
                  </a:lnTo>
                  <a:cubicBezTo>
                    <a:pt x="5162550" y="76143"/>
                    <a:pt x="5086350" y="0"/>
                    <a:pt x="4992053" y="0"/>
                  </a:cubicBezTo>
                  <a:close/>
                  <a:moveTo>
                    <a:pt x="4981575" y="3245581"/>
                  </a:moveTo>
                  <a:lnTo>
                    <a:pt x="190500" y="3245581"/>
                  </a:lnTo>
                  <a:lnTo>
                    <a:pt x="190500" y="199874"/>
                  </a:lnTo>
                  <a:lnTo>
                    <a:pt x="4981575" y="199874"/>
                  </a:lnTo>
                  <a:lnTo>
                    <a:pt x="4981575" y="324558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50000">
                  <a:schemeClr val="accent2"/>
                </a:gs>
                <a:gs pos="100000">
                  <a:schemeClr val="accent3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392;p32">
              <a:extLst>
                <a:ext uri="{FF2B5EF4-FFF2-40B4-BE49-F238E27FC236}">
                  <a16:creationId xmlns:a16="http://schemas.microsoft.com/office/drawing/2014/main" id="{0F6EB177-CDF9-3B2F-51FC-A5FAC43BD482}"/>
                </a:ext>
              </a:extLst>
            </p:cNvPr>
            <p:cNvSpPr/>
            <p:nvPr/>
          </p:nvSpPr>
          <p:spPr>
            <a:xfrm>
              <a:off x="1177450" y="3763229"/>
              <a:ext cx="6173152" cy="95178"/>
            </a:xfrm>
            <a:custGeom>
              <a:avLst/>
              <a:gdLst/>
              <a:ahLst/>
              <a:cxnLst/>
              <a:rect l="l" t="t" r="r" b="b"/>
              <a:pathLst>
                <a:path w="6173152" h="95178" extrusionOk="0">
                  <a:moveTo>
                    <a:pt x="0" y="0"/>
                  </a:moveTo>
                  <a:cubicBezTo>
                    <a:pt x="0" y="0"/>
                    <a:pt x="129540" y="95178"/>
                    <a:pt x="450533" y="95178"/>
                  </a:cubicBezTo>
                  <a:lnTo>
                    <a:pt x="5817870" y="95178"/>
                  </a:lnTo>
                  <a:cubicBezTo>
                    <a:pt x="5948363" y="95178"/>
                    <a:pt x="6173153" y="0"/>
                    <a:pt x="617315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393;p32">
              <a:extLst>
                <a:ext uri="{FF2B5EF4-FFF2-40B4-BE49-F238E27FC236}">
                  <a16:creationId xmlns:a16="http://schemas.microsoft.com/office/drawing/2014/main" id="{4346DD79-250D-A9DF-CA7D-734F75ACC9CF}"/>
                </a:ext>
              </a:extLst>
            </p:cNvPr>
            <p:cNvSpPr/>
            <p:nvPr/>
          </p:nvSpPr>
          <p:spPr>
            <a:xfrm>
              <a:off x="1177450" y="3687086"/>
              <a:ext cx="6172200" cy="76142"/>
            </a:xfrm>
            <a:custGeom>
              <a:avLst/>
              <a:gdLst/>
              <a:ahLst/>
              <a:cxnLst/>
              <a:rect l="l" t="t" r="r" b="b"/>
              <a:pathLst>
                <a:path w="6172200" h="76142" extrusionOk="0">
                  <a:moveTo>
                    <a:pt x="0" y="76143"/>
                  </a:moveTo>
                  <a:lnTo>
                    <a:pt x="6172200" y="76143"/>
                  </a:lnTo>
                  <a:lnTo>
                    <a:pt x="6172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394;p32">
              <a:extLst>
                <a:ext uri="{FF2B5EF4-FFF2-40B4-BE49-F238E27FC236}">
                  <a16:creationId xmlns:a16="http://schemas.microsoft.com/office/drawing/2014/main" id="{52DA5A3B-E186-BDD0-E0DB-2B53795D3FE6}"/>
                </a:ext>
              </a:extLst>
            </p:cNvPr>
            <p:cNvSpPr/>
            <p:nvPr/>
          </p:nvSpPr>
          <p:spPr>
            <a:xfrm>
              <a:off x="3806350" y="3687086"/>
              <a:ext cx="903922" cy="47589"/>
            </a:xfrm>
            <a:custGeom>
              <a:avLst/>
              <a:gdLst/>
              <a:ahLst/>
              <a:cxnLst/>
              <a:rect l="l" t="t" r="r" b="b"/>
              <a:pathLst>
                <a:path w="903922" h="47589" extrusionOk="0">
                  <a:moveTo>
                    <a:pt x="0" y="0"/>
                  </a:moveTo>
                  <a:cubicBezTo>
                    <a:pt x="0" y="0"/>
                    <a:pt x="26670" y="47589"/>
                    <a:pt x="53340" y="47589"/>
                  </a:cubicBezTo>
                  <a:lnTo>
                    <a:pt x="850582" y="47589"/>
                  </a:lnTo>
                  <a:cubicBezTo>
                    <a:pt x="877253" y="47589"/>
                    <a:pt x="903922" y="0"/>
                    <a:pt x="90392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A2A30">
                <a:alpha val="128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" name="Arrow: Left 10">
            <a:extLst>
              <a:ext uri="{FF2B5EF4-FFF2-40B4-BE49-F238E27FC236}">
                <a16:creationId xmlns:a16="http://schemas.microsoft.com/office/drawing/2014/main" id="{D1308EB5-EBAF-1D62-66E1-0E8359DE67FA}"/>
              </a:ext>
            </a:extLst>
          </p:cNvPr>
          <p:cNvSpPr/>
          <p:nvPr/>
        </p:nvSpPr>
        <p:spPr>
          <a:xfrm rot="19493032">
            <a:off x="3387927" y="3329019"/>
            <a:ext cx="866987" cy="202499"/>
          </a:xfrm>
          <a:prstGeom prst="lef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3875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6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sp>
        <p:nvSpPr>
          <p:cNvPr id="2" name="Google Shape;66;p11">
            <a:extLst>
              <a:ext uri="{FF2B5EF4-FFF2-40B4-BE49-F238E27FC236}">
                <a16:creationId xmlns:a16="http://schemas.microsoft.com/office/drawing/2014/main" id="{DB2256E5-61CC-566F-F49C-85069C9F610A}"/>
              </a:ext>
            </a:extLst>
          </p:cNvPr>
          <p:cNvSpPr txBox="1">
            <a:spLocks/>
          </p:cNvSpPr>
          <p:nvPr/>
        </p:nvSpPr>
        <p:spPr>
          <a:xfrm>
            <a:off x="2104011" y="359449"/>
            <a:ext cx="5515020" cy="110951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D36968-E032-8749-09F9-443064313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98" y="206161"/>
            <a:ext cx="306573" cy="3065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B991CE-E24B-C786-8855-EDAA456B3AAF}"/>
              </a:ext>
            </a:extLst>
          </p:cNvPr>
          <p:cNvSpPr txBox="1"/>
          <p:nvPr/>
        </p:nvSpPr>
        <p:spPr>
          <a:xfrm>
            <a:off x="755270" y="128616"/>
            <a:ext cx="20032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UI Mockup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5E01E2-52C5-7CFB-659D-76005F6342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1170224"/>
            <a:ext cx="5472853" cy="3063109"/>
          </a:xfrm>
          <a:prstGeom prst="rect">
            <a:avLst/>
          </a:prstGeom>
        </p:spPr>
      </p:pic>
      <p:grpSp>
        <p:nvGrpSpPr>
          <p:cNvPr id="5" name="Google Shape;390;p32">
            <a:extLst>
              <a:ext uri="{FF2B5EF4-FFF2-40B4-BE49-F238E27FC236}">
                <a16:creationId xmlns:a16="http://schemas.microsoft.com/office/drawing/2014/main" id="{41AFF10E-06B5-D007-AD80-D349CC6B4A2D}"/>
              </a:ext>
            </a:extLst>
          </p:cNvPr>
          <p:cNvGrpSpPr/>
          <p:nvPr/>
        </p:nvGrpSpPr>
        <p:grpSpPr>
          <a:xfrm>
            <a:off x="1048848" y="1016015"/>
            <a:ext cx="7046303" cy="3576305"/>
            <a:chOff x="1177450" y="241631"/>
            <a:chExt cx="6173152" cy="3616776"/>
          </a:xfrm>
        </p:grpSpPr>
        <p:sp>
          <p:nvSpPr>
            <p:cNvPr id="7" name="Google Shape;391;p32">
              <a:extLst>
                <a:ext uri="{FF2B5EF4-FFF2-40B4-BE49-F238E27FC236}">
                  <a16:creationId xmlns:a16="http://schemas.microsoft.com/office/drawing/2014/main" id="{9F22FD83-736D-223D-C318-55607C9FE093}"/>
                </a:ext>
              </a:extLst>
            </p:cNvPr>
            <p:cNvSpPr/>
            <p:nvPr/>
          </p:nvSpPr>
          <p:spPr>
            <a:xfrm>
              <a:off x="1682275" y="241631"/>
              <a:ext cx="5161606" cy="3454973"/>
            </a:xfrm>
            <a:custGeom>
              <a:avLst/>
              <a:gdLst/>
              <a:ahLst/>
              <a:cxnLst/>
              <a:rect l="l" t="t" r="r" b="b"/>
              <a:pathLst>
                <a:path w="5161606" h="3454973" extrusionOk="0">
                  <a:moveTo>
                    <a:pt x="4992053" y="0"/>
                  </a:moveTo>
                  <a:lnTo>
                    <a:pt x="170498" y="0"/>
                  </a:lnTo>
                  <a:cubicBezTo>
                    <a:pt x="76200" y="0"/>
                    <a:pt x="0" y="76143"/>
                    <a:pt x="0" y="170369"/>
                  </a:cubicBezTo>
                  <a:lnTo>
                    <a:pt x="0" y="3396915"/>
                  </a:lnTo>
                  <a:cubicBezTo>
                    <a:pt x="0" y="3429275"/>
                    <a:pt x="26670" y="3454973"/>
                    <a:pt x="58102" y="3454973"/>
                  </a:cubicBezTo>
                  <a:lnTo>
                    <a:pt x="5103495" y="3454973"/>
                  </a:lnTo>
                  <a:cubicBezTo>
                    <a:pt x="5135880" y="3454973"/>
                    <a:pt x="5161598" y="3428324"/>
                    <a:pt x="5161598" y="3396915"/>
                  </a:cubicBezTo>
                  <a:lnTo>
                    <a:pt x="5161598" y="170369"/>
                  </a:lnTo>
                  <a:cubicBezTo>
                    <a:pt x="5162550" y="76143"/>
                    <a:pt x="5086350" y="0"/>
                    <a:pt x="4992053" y="0"/>
                  </a:cubicBezTo>
                  <a:close/>
                  <a:moveTo>
                    <a:pt x="4981575" y="3245581"/>
                  </a:moveTo>
                  <a:lnTo>
                    <a:pt x="190500" y="3245581"/>
                  </a:lnTo>
                  <a:lnTo>
                    <a:pt x="190500" y="199874"/>
                  </a:lnTo>
                  <a:lnTo>
                    <a:pt x="4981575" y="199874"/>
                  </a:lnTo>
                  <a:lnTo>
                    <a:pt x="4981575" y="324558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50000">
                  <a:schemeClr val="accent2"/>
                </a:gs>
                <a:gs pos="100000">
                  <a:schemeClr val="accent3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392;p32">
              <a:extLst>
                <a:ext uri="{FF2B5EF4-FFF2-40B4-BE49-F238E27FC236}">
                  <a16:creationId xmlns:a16="http://schemas.microsoft.com/office/drawing/2014/main" id="{47C24FE1-17EC-D690-0FCD-98A6B3096ACC}"/>
                </a:ext>
              </a:extLst>
            </p:cNvPr>
            <p:cNvSpPr/>
            <p:nvPr/>
          </p:nvSpPr>
          <p:spPr>
            <a:xfrm>
              <a:off x="1177450" y="3763229"/>
              <a:ext cx="6173152" cy="95178"/>
            </a:xfrm>
            <a:custGeom>
              <a:avLst/>
              <a:gdLst/>
              <a:ahLst/>
              <a:cxnLst/>
              <a:rect l="l" t="t" r="r" b="b"/>
              <a:pathLst>
                <a:path w="6173152" h="95178" extrusionOk="0">
                  <a:moveTo>
                    <a:pt x="0" y="0"/>
                  </a:moveTo>
                  <a:cubicBezTo>
                    <a:pt x="0" y="0"/>
                    <a:pt x="129540" y="95178"/>
                    <a:pt x="450533" y="95178"/>
                  </a:cubicBezTo>
                  <a:lnTo>
                    <a:pt x="5817870" y="95178"/>
                  </a:lnTo>
                  <a:cubicBezTo>
                    <a:pt x="5948363" y="95178"/>
                    <a:pt x="6173153" y="0"/>
                    <a:pt x="617315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393;p32">
              <a:extLst>
                <a:ext uri="{FF2B5EF4-FFF2-40B4-BE49-F238E27FC236}">
                  <a16:creationId xmlns:a16="http://schemas.microsoft.com/office/drawing/2014/main" id="{818FC3F3-068E-1FF4-935E-E32E1F10FFF5}"/>
                </a:ext>
              </a:extLst>
            </p:cNvPr>
            <p:cNvSpPr/>
            <p:nvPr/>
          </p:nvSpPr>
          <p:spPr>
            <a:xfrm>
              <a:off x="1177450" y="3687086"/>
              <a:ext cx="6172200" cy="76142"/>
            </a:xfrm>
            <a:custGeom>
              <a:avLst/>
              <a:gdLst/>
              <a:ahLst/>
              <a:cxnLst/>
              <a:rect l="l" t="t" r="r" b="b"/>
              <a:pathLst>
                <a:path w="6172200" h="76142" extrusionOk="0">
                  <a:moveTo>
                    <a:pt x="0" y="76143"/>
                  </a:moveTo>
                  <a:lnTo>
                    <a:pt x="6172200" y="76143"/>
                  </a:lnTo>
                  <a:lnTo>
                    <a:pt x="6172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394;p32">
              <a:extLst>
                <a:ext uri="{FF2B5EF4-FFF2-40B4-BE49-F238E27FC236}">
                  <a16:creationId xmlns:a16="http://schemas.microsoft.com/office/drawing/2014/main" id="{18B47002-2857-65C8-7E19-19A62D3930E1}"/>
                </a:ext>
              </a:extLst>
            </p:cNvPr>
            <p:cNvSpPr/>
            <p:nvPr/>
          </p:nvSpPr>
          <p:spPr>
            <a:xfrm>
              <a:off x="3806350" y="3687086"/>
              <a:ext cx="903922" cy="47589"/>
            </a:xfrm>
            <a:custGeom>
              <a:avLst/>
              <a:gdLst/>
              <a:ahLst/>
              <a:cxnLst/>
              <a:rect l="l" t="t" r="r" b="b"/>
              <a:pathLst>
                <a:path w="903922" h="47589" extrusionOk="0">
                  <a:moveTo>
                    <a:pt x="0" y="0"/>
                  </a:moveTo>
                  <a:cubicBezTo>
                    <a:pt x="0" y="0"/>
                    <a:pt x="26670" y="47589"/>
                    <a:pt x="53340" y="47589"/>
                  </a:cubicBezTo>
                  <a:lnTo>
                    <a:pt x="850582" y="47589"/>
                  </a:lnTo>
                  <a:cubicBezTo>
                    <a:pt x="877253" y="47589"/>
                    <a:pt x="903922" y="0"/>
                    <a:pt x="90392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A2A30">
                <a:alpha val="128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380336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6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sp>
        <p:nvSpPr>
          <p:cNvPr id="2" name="Google Shape;66;p11">
            <a:extLst>
              <a:ext uri="{FF2B5EF4-FFF2-40B4-BE49-F238E27FC236}">
                <a16:creationId xmlns:a16="http://schemas.microsoft.com/office/drawing/2014/main" id="{DB2256E5-61CC-566F-F49C-85069C9F610A}"/>
              </a:ext>
            </a:extLst>
          </p:cNvPr>
          <p:cNvSpPr txBox="1">
            <a:spLocks/>
          </p:cNvSpPr>
          <p:nvPr/>
        </p:nvSpPr>
        <p:spPr>
          <a:xfrm>
            <a:off x="2104011" y="359449"/>
            <a:ext cx="5515020" cy="110951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D36968-E032-8749-09F9-443064313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98" y="206161"/>
            <a:ext cx="306573" cy="3065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B991CE-E24B-C786-8855-EDAA456B3AAF}"/>
              </a:ext>
            </a:extLst>
          </p:cNvPr>
          <p:cNvSpPr txBox="1"/>
          <p:nvPr/>
        </p:nvSpPr>
        <p:spPr>
          <a:xfrm>
            <a:off x="755270" y="128616"/>
            <a:ext cx="20032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UI Mockup</a:t>
            </a:r>
          </a:p>
        </p:txBody>
      </p:sp>
      <p:grpSp>
        <p:nvGrpSpPr>
          <p:cNvPr id="5" name="Google Shape;390;p32">
            <a:extLst>
              <a:ext uri="{FF2B5EF4-FFF2-40B4-BE49-F238E27FC236}">
                <a16:creationId xmlns:a16="http://schemas.microsoft.com/office/drawing/2014/main" id="{41AFF10E-06B5-D007-AD80-D349CC6B4A2D}"/>
              </a:ext>
            </a:extLst>
          </p:cNvPr>
          <p:cNvGrpSpPr/>
          <p:nvPr/>
        </p:nvGrpSpPr>
        <p:grpSpPr>
          <a:xfrm>
            <a:off x="1048848" y="1016015"/>
            <a:ext cx="7046303" cy="3576305"/>
            <a:chOff x="1177450" y="241631"/>
            <a:chExt cx="6173152" cy="3616776"/>
          </a:xfrm>
        </p:grpSpPr>
        <p:sp>
          <p:nvSpPr>
            <p:cNvPr id="7" name="Google Shape;391;p32">
              <a:extLst>
                <a:ext uri="{FF2B5EF4-FFF2-40B4-BE49-F238E27FC236}">
                  <a16:creationId xmlns:a16="http://schemas.microsoft.com/office/drawing/2014/main" id="{9F22FD83-736D-223D-C318-55607C9FE093}"/>
                </a:ext>
              </a:extLst>
            </p:cNvPr>
            <p:cNvSpPr/>
            <p:nvPr/>
          </p:nvSpPr>
          <p:spPr>
            <a:xfrm>
              <a:off x="1682275" y="241631"/>
              <a:ext cx="5161606" cy="3454973"/>
            </a:xfrm>
            <a:custGeom>
              <a:avLst/>
              <a:gdLst/>
              <a:ahLst/>
              <a:cxnLst/>
              <a:rect l="l" t="t" r="r" b="b"/>
              <a:pathLst>
                <a:path w="5161606" h="3454973" extrusionOk="0">
                  <a:moveTo>
                    <a:pt x="4992053" y="0"/>
                  </a:moveTo>
                  <a:lnTo>
                    <a:pt x="170498" y="0"/>
                  </a:lnTo>
                  <a:cubicBezTo>
                    <a:pt x="76200" y="0"/>
                    <a:pt x="0" y="76143"/>
                    <a:pt x="0" y="170369"/>
                  </a:cubicBezTo>
                  <a:lnTo>
                    <a:pt x="0" y="3396915"/>
                  </a:lnTo>
                  <a:cubicBezTo>
                    <a:pt x="0" y="3429275"/>
                    <a:pt x="26670" y="3454973"/>
                    <a:pt x="58102" y="3454973"/>
                  </a:cubicBezTo>
                  <a:lnTo>
                    <a:pt x="5103495" y="3454973"/>
                  </a:lnTo>
                  <a:cubicBezTo>
                    <a:pt x="5135880" y="3454973"/>
                    <a:pt x="5161598" y="3428324"/>
                    <a:pt x="5161598" y="3396915"/>
                  </a:cubicBezTo>
                  <a:lnTo>
                    <a:pt x="5161598" y="170369"/>
                  </a:lnTo>
                  <a:cubicBezTo>
                    <a:pt x="5162550" y="76143"/>
                    <a:pt x="5086350" y="0"/>
                    <a:pt x="4992053" y="0"/>
                  </a:cubicBezTo>
                  <a:close/>
                  <a:moveTo>
                    <a:pt x="4981575" y="3245581"/>
                  </a:moveTo>
                  <a:lnTo>
                    <a:pt x="190500" y="3245581"/>
                  </a:lnTo>
                  <a:lnTo>
                    <a:pt x="190500" y="199874"/>
                  </a:lnTo>
                  <a:lnTo>
                    <a:pt x="4981575" y="199874"/>
                  </a:lnTo>
                  <a:lnTo>
                    <a:pt x="4981575" y="324558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50000">
                  <a:schemeClr val="accent2"/>
                </a:gs>
                <a:gs pos="100000">
                  <a:schemeClr val="accent3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392;p32">
              <a:extLst>
                <a:ext uri="{FF2B5EF4-FFF2-40B4-BE49-F238E27FC236}">
                  <a16:creationId xmlns:a16="http://schemas.microsoft.com/office/drawing/2014/main" id="{47C24FE1-17EC-D690-0FCD-98A6B3096ACC}"/>
                </a:ext>
              </a:extLst>
            </p:cNvPr>
            <p:cNvSpPr/>
            <p:nvPr/>
          </p:nvSpPr>
          <p:spPr>
            <a:xfrm>
              <a:off x="1177450" y="3763229"/>
              <a:ext cx="6173152" cy="95178"/>
            </a:xfrm>
            <a:custGeom>
              <a:avLst/>
              <a:gdLst/>
              <a:ahLst/>
              <a:cxnLst/>
              <a:rect l="l" t="t" r="r" b="b"/>
              <a:pathLst>
                <a:path w="6173152" h="95178" extrusionOk="0">
                  <a:moveTo>
                    <a:pt x="0" y="0"/>
                  </a:moveTo>
                  <a:cubicBezTo>
                    <a:pt x="0" y="0"/>
                    <a:pt x="129540" y="95178"/>
                    <a:pt x="450533" y="95178"/>
                  </a:cubicBezTo>
                  <a:lnTo>
                    <a:pt x="5817870" y="95178"/>
                  </a:lnTo>
                  <a:cubicBezTo>
                    <a:pt x="5948363" y="95178"/>
                    <a:pt x="6173153" y="0"/>
                    <a:pt x="617315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393;p32">
              <a:extLst>
                <a:ext uri="{FF2B5EF4-FFF2-40B4-BE49-F238E27FC236}">
                  <a16:creationId xmlns:a16="http://schemas.microsoft.com/office/drawing/2014/main" id="{818FC3F3-068E-1FF4-935E-E32E1F10FFF5}"/>
                </a:ext>
              </a:extLst>
            </p:cNvPr>
            <p:cNvSpPr/>
            <p:nvPr/>
          </p:nvSpPr>
          <p:spPr>
            <a:xfrm>
              <a:off x="1177450" y="3687086"/>
              <a:ext cx="6172200" cy="76142"/>
            </a:xfrm>
            <a:custGeom>
              <a:avLst/>
              <a:gdLst/>
              <a:ahLst/>
              <a:cxnLst/>
              <a:rect l="l" t="t" r="r" b="b"/>
              <a:pathLst>
                <a:path w="6172200" h="76142" extrusionOk="0">
                  <a:moveTo>
                    <a:pt x="0" y="76143"/>
                  </a:moveTo>
                  <a:lnTo>
                    <a:pt x="6172200" y="76143"/>
                  </a:lnTo>
                  <a:lnTo>
                    <a:pt x="6172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394;p32">
              <a:extLst>
                <a:ext uri="{FF2B5EF4-FFF2-40B4-BE49-F238E27FC236}">
                  <a16:creationId xmlns:a16="http://schemas.microsoft.com/office/drawing/2014/main" id="{18B47002-2857-65C8-7E19-19A62D3930E1}"/>
                </a:ext>
              </a:extLst>
            </p:cNvPr>
            <p:cNvSpPr/>
            <p:nvPr/>
          </p:nvSpPr>
          <p:spPr>
            <a:xfrm>
              <a:off x="3806350" y="3687086"/>
              <a:ext cx="903922" cy="47589"/>
            </a:xfrm>
            <a:custGeom>
              <a:avLst/>
              <a:gdLst/>
              <a:ahLst/>
              <a:cxnLst/>
              <a:rect l="l" t="t" r="r" b="b"/>
              <a:pathLst>
                <a:path w="903922" h="47589" extrusionOk="0">
                  <a:moveTo>
                    <a:pt x="0" y="0"/>
                  </a:moveTo>
                  <a:cubicBezTo>
                    <a:pt x="0" y="0"/>
                    <a:pt x="26670" y="47589"/>
                    <a:pt x="53340" y="47589"/>
                  </a:cubicBezTo>
                  <a:lnTo>
                    <a:pt x="850582" y="47589"/>
                  </a:lnTo>
                  <a:cubicBezTo>
                    <a:pt x="877253" y="47589"/>
                    <a:pt x="903922" y="0"/>
                    <a:pt x="90392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A2A30">
                <a:alpha val="128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A73DF5B7-AB23-5B41-12FA-A1AC75CFCF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2871" y="1198880"/>
            <a:ext cx="5489102" cy="3014134"/>
          </a:xfrm>
          <a:prstGeom prst="rect">
            <a:avLst/>
          </a:prstGeom>
        </p:spPr>
      </p:pic>
      <p:sp>
        <p:nvSpPr>
          <p:cNvPr id="13" name="Arrow: Left 12">
            <a:extLst>
              <a:ext uri="{FF2B5EF4-FFF2-40B4-BE49-F238E27FC236}">
                <a16:creationId xmlns:a16="http://schemas.microsoft.com/office/drawing/2014/main" id="{97297C62-1C9C-0987-3C9D-5DF63908F02D}"/>
              </a:ext>
            </a:extLst>
          </p:cNvPr>
          <p:cNvSpPr/>
          <p:nvPr/>
        </p:nvSpPr>
        <p:spPr>
          <a:xfrm rot="19493032">
            <a:off x="4840862" y="3329020"/>
            <a:ext cx="866987" cy="202499"/>
          </a:xfrm>
          <a:prstGeom prst="lef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0688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6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sp>
        <p:nvSpPr>
          <p:cNvPr id="2" name="Google Shape;66;p11">
            <a:extLst>
              <a:ext uri="{FF2B5EF4-FFF2-40B4-BE49-F238E27FC236}">
                <a16:creationId xmlns:a16="http://schemas.microsoft.com/office/drawing/2014/main" id="{DB2256E5-61CC-566F-F49C-85069C9F610A}"/>
              </a:ext>
            </a:extLst>
          </p:cNvPr>
          <p:cNvSpPr txBox="1">
            <a:spLocks/>
          </p:cNvSpPr>
          <p:nvPr/>
        </p:nvSpPr>
        <p:spPr>
          <a:xfrm>
            <a:off x="2104011" y="359449"/>
            <a:ext cx="5515020" cy="1109515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endParaRPr lang="en-US" sz="40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D36968-E032-8749-09F9-443064313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698" y="206161"/>
            <a:ext cx="306573" cy="3065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DB991CE-E24B-C786-8855-EDAA456B3AAF}"/>
              </a:ext>
            </a:extLst>
          </p:cNvPr>
          <p:cNvSpPr txBox="1"/>
          <p:nvPr/>
        </p:nvSpPr>
        <p:spPr>
          <a:xfrm>
            <a:off x="755271" y="128616"/>
            <a:ext cx="16763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UI Mockup</a:t>
            </a:r>
          </a:p>
        </p:txBody>
      </p:sp>
      <p:grpSp>
        <p:nvGrpSpPr>
          <p:cNvPr id="5" name="Google Shape;390;p32">
            <a:extLst>
              <a:ext uri="{FF2B5EF4-FFF2-40B4-BE49-F238E27FC236}">
                <a16:creationId xmlns:a16="http://schemas.microsoft.com/office/drawing/2014/main" id="{72FD0E74-6571-7B83-7084-B0B1EF9BF0D1}"/>
              </a:ext>
            </a:extLst>
          </p:cNvPr>
          <p:cNvGrpSpPr/>
          <p:nvPr/>
        </p:nvGrpSpPr>
        <p:grpSpPr>
          <a:xfrm>
            <a:off x="1048848" y="1016015"/>
            <a:ext cx="7046303" cy="3576305"/>
            <a:chOff x="1177450" y="241631"/>
            <a:chExt cx="6173152" cy="3616776"/>
          </a:xfrm>
        </p:grpSpPr>
        <p:sp>
          <p:nvSpPr>
            <p:cNvPr id="7" name="Google Shape;391;p32">
              <a:extLst>
                <a:ext uri="{FF2B5EF4-FFF2-40B4-BE49-F238E27FC236}">
                  <a16:creationId xmlns:a16="http://schemas.microsoft.com/office/drawing/2014/main" id="{2D5D5E95-39D0-4F7E-947B-1375C97ACD8C}"/>
                </a:ext>
              </a:extLst>
            </p:cNvPr>
            <p:cNvSpPr/>
            <p:nvPr/>
          </p:nvSpPr>
          <p:spPr>
            <a:xfrm>
              <a:off x="1682275" y="241631"/>
              <a:ext cx="5161606" cy="3454973"/>
            </a:xfrm>
            <a:custGeom>
              <a:avLst/>
              <a:gdLst/>
              <a:ahLst/>
              <a:cxnLst/>
              <a:rect l="l" t="t" r="r" b="b"/>
              <a:pathLst>
                <a:path w="5161606" h="3454973" extrusionOk="0">
                  <a:moveTo>
                    <a:pt x="4992053" y="0"/>
                  </a:moveTo>
                  <a:lnTo>
                    <a:pt x="170498" y="0"/>
                  </a:lnTo>
                  <a:cubicBezTo>
                    <a:pt x="76200" y="0"/>
                    <a:pt x="0" y="76143"/>
                    <a:pt x="0" y="170369"/>
                  </a:cubicBezTo>
                  <a:lnTo>
                    <a:pt x="0" y="3396915"/>
                  </a:lnTo>
                  <a:cubicBezTo>
                    <a:pt x="0" y="3429275"/>
                    <a:pt x="26670" y="3454973"/>
                    <a:pt x="58102" y="3454973"/>
                  </a:cubicBezTo>
                  <a:lnTo>
                    <a:pt x="5103495" y="3454973"/>
                  </a:lnTo>
                  <a:cubicBezTo>
                    <a:pt x="5135880" y="3454973"/>
                    <a:pt x="5161598" y="3428324"/>
                    <a:pt x="5161598" y="3396915"/>
                  </a:cubicBezTo>
                  <a:lnTo>
                    <a:pt x="5161598" y="170369"/>
                  </a:lnTo>
                  <a:cubicBezTo>
                    <a:pt x="5162550" y="76143"/>
                    <a:pt x="5086350" y="0"/>
                    <a:pt x="4992053" y="0"/>
                  </a:cubicBezTo>
                  <a:close/>
                  <a:moveTo>
                    <a:pt x="4981575" y="3245581"/>
                  </a:moveTo>
                  <a:lnTo>
                    <a:pt x="190500" y="3245581"/>
                  </a:lnTo>
                  <a:lnTo>
                    <a:pt x="190500" y="199874"/>
                  </a:lnTo>
                  <a:lnTo>
                    <a:pt x="4981575" y="199874"/>
                  </a:lnTo>
                  <a:lnTo>
                    <a:pt x="4981575" y="324558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50000">
                  <a:schemeClr val="accent2"/>
                </a:gs>
                <a:gs pos="100000">
                  <a:schemeClr val="accent3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392;p32">
              <a:extLst>
                <a:ext uri="{FF2B5EF4-FFF2-40B4-BE49-F238E27FC236}">
                  <a16:creationId xmlns:a16="http://schemas.microsoft.com/office/drawing/2014/main" id="{0F6EB177-CDF9-3B2F-51FC-A5FAC43BD482}"/>
                </a:ext>
              </a:extLst>
            </p:cNvPr>
            <p:cNvSpPr/>
            <p:nvPr/>
          </p:nvSpPr>
          <p:spPr>
            <a:xfrm>
              <a:off x="1177450" y="3763229"/>
              <a:ext cx="6173152" cy="95178"/>
            </a:xfrm>
            <a:custGeom>
              <a:avLst/>
              <a:gdLst/>
              <a:ahLst/>
              <a:cxnLst/>
              <a:rect l="l" t="t" r="r" b="b"/>
              <a:pathLst>
                <a:path w="6173152" h="95178" extrusionOk="0">
                  <a:moveTo>
                    <a:pt x="0" y="0"/>
                  </a:moveTo>
                  <a:cubicBezTo>
                    <a:pt x="0" y="0"/>
                    <a:pt x="129540" y="95178"/>
                    <a:pt x="450533" y="95178"/>
                  </a:cubicBezTo>
                  <a:lnTo>
                    <a:pt x="5817870" y="95178"/>
                  </a:lnTo>
                  <a:cubicBezTo>
                    <a:pt x="5948363" y="95178"/>
                    <a:pt x="6173153" y="0"/>
                    <a:pt x="617315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393;p32">
              <a:extLst>
                <a:ext uri="{FF2B5EF4-FFF2-40B4-BE49-F238E27FC236}">
                  <a16:creationId xmlns:a16="http://schemas.microsoft.com/office/drawing/2014/main" id="{4346DD79-250D-A9DF-CA7D-734F75ACC9CF}"/>
                </a:ext>
              </a:extLst>
            </p:cNvPr>
            <p:cNvSpPr/>
            <p:nvPr/>
          </p:nvSpPr>
          <p:spPr>
            <a:xfrm>
              <a:off x="1177450" y="3687086"/>
              <a:ext cx="6172200" cy="76142"/>
            </a:xfrm>
            <a:custGeom>
              <a:avLst/>
              <a:gdLst/>
              <a:ahLst/>
              <a:cxnLst/>
              <a:rect l="l" t="t" r="r" b="b"/>
              <a:pathLst>
                <a:path w="6172200" h="76142" extrusionOk="0">
                  <a:moveTo>
                    <a:pt x="0" y="76143"/>
                  </a:moveTo>
                  <a:lnTo>
                    <a:pt x="6172200" y="76143"/>
                  </a:lnTo>
                  <a:lnTo>
                    <a:pt x="6172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394;p32">
              <a:extLst>
                <a:ext uri="{FF2B5EF4-FFF2-40B4-BE49-F238E27FC236}">
                  <a16:creationId xmlns:a16="http://schemas.microsoft.com/office/drawing/2014/main" id="{52DA5A3B-E186-BDD0-E0DB-2B53795D3FE6}"/>
                </a:ext>
              </a:extLst>
            </p:cNvPr>
            <p:cNvSpPr/>
            <p:nvPr/>
          </p:nvSpPr>
          <p:spPr>
            <a:xfrm>
              <a:off x="3806350" y="3687086"/>
              <a:ext cx="903922" cy="47589"/>
            </a:xfrm>
            <a:custGeom>
              <a:avLst/>
              <a:gdLst/>
              <a:ahLst/>
              <a:cxnLst/>
              <a:rect l="l" t="t" r="r" b="b"/>
              <a:pathLst>
                <a:path w="903922" h="47589" extrusionOk="0">
                  <a:moveTo>
                    <a:pt x="0" y="0"/>
                  </a:moveTo>
                  <a:cubicBezTo>
                    <a:pt x="0" y="0"/>
                    <a:pt x="26670" y="47589"/>
                    <a:pt x="53340" y="47589"/>
                  </a:cubicBezTo>
                  <a:lnTo>
                    <a:pt x="850582" y="47589"/>
                  </a:lnTo>
                  <a:cubicBezTo>
                    <a:pt x="877253" y="47589"/>
                    <a:pt x="903922" y="0"/>
                    <a:pt x="90392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A2A30">
                <a:alpha val="128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A299A35B-D030-A300-729E-8FC8B912B1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1879" y="1217743"/>
            <a:ext cx="5500239" cy="2992306"/>
          </a:xfrm>
          <a:prstGeom prst="rect">
            <a:avLst/>
          </a:prstGeom>
        </p:spPr>
      </p:pic>
      <p:sp>
        <p:nvSpPr>
          <p:cNvPr id="14" name="Arrow: Left 13">
            <a:extLst>
              <a:ext uri="{FF2B5EF4-FFF2-40B4-BE49-F238E27FC236}">
                <a16:creationId xmlns:a16="http://schemas.microsoft.com/office/drawing/2014/main" id="{824A5E29-1A56-3698-2EC1-DA926021A973}"/>
              </a:ext>
            </a:extLst>
          </p:cNvPr>
          <p:cNvSpPr/>
          <p:nvPr/>
        </p:nvSpPr>
        <p:spPr>
          <a:xfrm rot="19493032">
            <a:off x="3415019" y="2955103"/>
            <a:ext cx="866987" cy="202499"/>
          </a:xfrm>
          <a:prstGeom prst="lef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1468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B02EF4-EAED-F6E0-B653-E3C6ED4B3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273" y="299603"/>
            <a:ext cx="368534" cy="36853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A81A861-E1FC-6779-0C7A-2F07646B7962}"/>
              </a:ext>
            </a:extLst>
          </p:cNvPr>
          <p:cNvSpPr txBox="1"/>
          <p:nvPr/>
        </p:nvSpPr>
        <p:spPr>
          <a:xfrm>
            <a:off x="694807" y="253037"/>
            <a:ext cx="2697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UI Mockup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69429A-5945-D48C-04CC-C51F1C86A7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3172" y="1240669"/>
            <a:ext cx="5448481" cy="2979118"/>
          </a:xfrm>
          <a:prstGeom prst="rect">
            <a:avLst/>
          </a:prstGeom>
        </p:spPr>
      </p:pic>
      <p:grpSp>
        <p:nvGrpSpPr>
          <p:cNvPr id="5" name="Google Shape;390;p32">
            <a:extLst>
              <a:ext uri="{FF2B5EF4-FFF2-40B4-BE49-F238E27FC236}">
                <a16:creationId xmlns:a16="http://schemas.microsoft.com/office/drawing/2014/main" id="{8F2C90D6-3029-BB99-75BA-A8AC72F81246}"/>
              </a:ext>
            </a:extLst>
          </p:cNvPr>
          <p:cNvGrpSpPr/>
          <p:nvPr/>
        </p:nvGrpSpPr>
        <p:grpSpPr>
          <a:xfrm>
            <a:off x="1048848" y="1016015"/>
            <a:ext cx="7046303" cy="3576305"/>
            <a:chOff x="1177450" y="241631"/>
            <a:chExt cx="6173152" cy="3616776"/>
          </a:xfrm>
        </p:grpSpPr>
        <p:sp>
          <p:nvSpPr>
            <p:cNvPr id="6" name="Google Shape;391;p32">
              <a:extLst>
                <a:ext uri="{FF2B5EF4-FFF2-40B4-BE49-F238E27FC236}">
                  <a16:creationId xmlns:a16="http://schemas.microsoft.com/office/drawing/2014/main" id="{9C4621B3-EAFA-1961-F862-6255C4CDC0F6}"/>
                </a:ext>
              </a:extLst>
            </p:cNvPr>
            <p:cNvSpPr/>
            <p:nvPr/>
          </p:nvSpPr>
          <p:spPr>
            <a:xfrm>
              <a:off x="1682275" y="241631"/>
              <a:ext cx="5161606" cy="3454973"/>
            </a:xfrm>
            <a:custGeom>
              <a:avLst/>
              <a:gdLst/>
              <a:ahLst/>
              <a:cxnLst/>
              <a:rect l="l" t="t" r="r" b="b"/>
              <a:pathLst>
                <a:path w="5161606" h="3454973" extrusionOk="0">
                  <a:moveTo>
                    <a:pt x="4992053" y="0"/>
                  </a:moveTo>
                  <a:lnTo>
                    <a:pt x="170498" y="0"/>
                  </a:lnTo>
                  <a:cubicBezTo>
                    <a:pt x="76200" y="0"/>
                    <a:pt x="0" y="76143"/>
                    <a:pt x="0" y="170369"/>
                  </a:cubicBezTo>
                  <a:lnTo>
                    <a:pt x="0" y="3396915"/>
                  </a:lnTo>
                  <a:cubicBezTo>
                    <a:pt x="0" y="3429275"/>
                    <a:pt x="26670" y="3454973"/>
                    <a:pt x="58102" y="3454973"/>
                  </a:cubicBezTo>
                  <a:lnTo>
                    <a:pt x="5103495" y="3454973"/>
                  </a:lnTo>
                  <a:cubicBezTo>
                    <a:pt x="5135880" y="3454973"/>
                    <a:pt x="5161598" y="3428324"/>
                    <a:pt x="5161598" y="3396915"/>
                  </a:cubicBezTo>
                  <a:lnTo>
                    <a:pt x="5161598" y="170369"/>
                  </a:lnTo>
                  <a:cubicBezTo>
                    <a:pt x="5162550" y="76143"/>
                    <a:pt x="5086350" y="0"/>
                    <a:pt x="4992053" y="0"/>
                  </a:cubicBezTo>
                  <a:close/>
                  <a:moveTo>
                    <a:pt x="4981575" y="3245581"/>
                  </a:moveTo>
                  <a:lnTo>
                    <a:pt x="190500" y="3245581"/>
                  </a:lnTo>
                  <a:lnTo>
                    <a:pt x="190500" y="199874"/>
                  </a:lnTo>
                  <a:lnTo>
                    <a:pt x="4981575" y="199874"/>
                  </a:lnTo>
                  <a:lnTo>
                    <a:pt x="4981575" y="324558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50000">
                  <a:schemeClr val="accent2"/>
                </a:gs>
                <a:gs pos="100000">
                  <a:schemeClr val="accent3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392;p32">
              <a:extLst>
                <a:ext uri="{FF2B5EF4-FFF2-40B4-BE49-F238E27FC236}">
                  <a16:creationId xmlns:a16="http://schemas.microsoft.com/office/drawing/2014/main" id="{E2492756-1DB7-728B-AC7B-8594C4A0143D}"/>
                </a:ext>
              </a:extLst>
            </p:cNvPr>
            <p:cNvSpPr/>
            <p:nvPr/>
          </p:nvSpPr>
          <p:spPr>
            <a:xfrm>
              <a:off x="1177450" y="3763229"/>
              <a:ext cx="6173152" cy="95178"/>
            </a:xfrm>
            <a:custGeom>
              <a:avLst/>
              <a:gdLst/>
              <a:ahLst/>
              <a:cxnLst/>
              <a:rect l="l" t="t" r="r" b="b"/>
              <a:pathLst>
                <a:path w="6173152" h="95178" extrusionOk="0">
                  <a:moveTo>
                    <a:pt x="0" y="0"/>
                  </a:moveTo>
                  <a:cubicBezTo>
                    <a:pt x="0" y="0"/>
                    <a:pt x="129540" y="95178"/>
                    <a:pt x="450533" y="95178"/>
                  </a:cubicBezTo>
                  <a:lnTo>
                    <a:pt x="5817870" y="95178"/>
                  </a:lnTo>
                  <a:cubicBezTo>
                    <a:pt x="5948363" y="95178"/>
                    <a:pt x="6173153" y="0"/>
                    <a:pt x="617315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393;p32">
              <a:extLst>
                <a:ext uri="{FF2B5EF4-FFF2-40B4-BE49-F238E27FC236}">
                  <a16:creationId xmlns:a16="http://schemas.microsoft.com/office/drawing/2014/main" id="{7B8455F7-BCED-360A-627F-63A17E6385AC}"/>
                </a:ext>
              </a:extLst>
            </p:cNvPr>
            <p:cNvSpPr/>
            <p:nvPr/>
          </p:nvSpPr>
          <p:spPr>
            <a:xfrm>
              <a:off x="1177450" y="3687086"/>
              <a:ext cx="6172200" cy="76142"/>
            </a:xfrm>
            <a:custGeom>
              <a:avLst/>
              <a:gdLst/>
              <a:ahLst/>
              <a:cxnLst/>
              <a:rect l="l" t="t" r="r" b="b"/>
              <a:pathLst>
                <a:path w="6172200" h="76142" extrusionOk="0">
                  <a:moveTo>
                    <a:pt x="0" y="76143"/>
                  </a:moveTo>
                  <a:lnTo>
                    <a:pt x="6172200" y="76143"/>
                  </a:lnTo>
                  <a:lnTo>
                    <a:pt x="6172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394;p32">
              <a:extLst>
                <a:ext uri="{FF2B5EF4-FFF2-40B4-BE49-F238E27FC236}">
                  <a16:creationId xmlns:a16="http://schemas.microsoft.com/office/drawing/2014/main" id="{8FA2C62B-6E59-ED45-D92F-F2A1DDDB6B31}"/>
                </a:ext>
              </a:extLst>
            </p:cNvPr>
            <p:cNvSpPr/>
            <p:nvPr/>
          </p:nvSpPr>
          <p:spPr>
            <a:xfrm>
              <a:off x="3806350" y="3687086"/>
              <a:ext cx="903922" cy="47589"/>
            </a:xfrm>
            <a:custGeom>
              <a:avLst/>
              <a:gdLst/>
              <a:ahLst/>
              <a:cxnLst/>
              <a:rect l="l" t="t" r="r" b="b"/>
              <a:pathLst>
                <a:path w="903922" h="47589" extrusionOk="0">
                  <a:moveTo>
                    <a:pt x="0" y="0"/>
                  </a:moveTo>
                  <a:cubicBezTo>
                    <a:pt x="0" y="0"/>
                    <a:pt x="26670" y="47589"/>
                    <a:pt x="53340" y="47589"/>
                  </a:cubicBezTo>
                  <a:lnTo>
                    <a:pt x="850582" y="47589"/>
                  </a:lnTo>
                  <a:cubicBezTo>
                    <a:pt x="877253" y="47589"/>
                    <a:pt x="903922" y="0"/>
                    <a:pt x="90392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A2A30">
                <a:alpha val="128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326184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B02EF4-EAED-F6E0-B653-E3C6ED4B3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273" y="299603"/>
            <a:ext cx="368534" cy="36853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A81A861-E1FC-6779-0C7A-2F07646B7962}"/>
              </a:ext>
            </a:extLst>
          </p:cNvPr>
          <p:cNvSpPr txBox="1"/>
          <p:nvPr/>
        </p:nvSpPr>
        <p:spPr>
          <a:xfrm>
            <a:off x="694807" y="253037"/>
            <a:ext cx="2697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UI Mockup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767FDD-D7B3-2DE0-CE44-681F0F3B3A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197" y="1200177"/>
            <a:ext cx="5480230" cy="30060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CA639A-77E8-022B-9919-D8E733C23B74}"/>
              </a:ext>
            </a:extLst>
          </p:cNvPr>
          <p:cNvSpPr txBox="1"/>
          <p:nvPr/>
        </p:nvSpPr>
        <p:spPr>
          <a:xfrm>
            <a:off x="7726616" y="2658051"/>
            <a:ext cx="10787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Doc Picker</a:t>
            </a:r>
          </a:p>
        </p:txBody>
      </p:sp>
      <p:grpSp>
        <p:nvGrpSpPr>
          <p:cNvPr id="7" name="Google Shape;390;p32">
            <a:extLst>
              <a:ext uri="{FF2B5EF4-FFF2-40B4-BE49-F238E27FC236}">
                <a16:creationId xmlns:a16="http://schemas.microsoft.com/office/drawing/2014/main" id="{807BAA9D-4F6B-4280-C754-606727DC47CA}"/>
              </a:ext>
            </a:extLst>
          </p:cNvPr>
          <p:cNvGrpSpPr/>
          <p:nvPr/>
        </p:nvGrpSpPr>
        <p:grpSpPr>
          <a:xfrm>
            <a:off x="1048848" y="1016015"/>
            <a:ext cx="7046303" cy="3576305"/>
            <a:chOff x="1177450" y="241631"/>
            <a:chExt cx="6173152" cy="3616776"/>
          </a:xfrm>
        </p:grpSpPr>
        <p:sp>
          <p:nvSpPr>
            <p:cNvPr id="8" name="Google Shape;391;p32">
              <a:extLst>
                <a:ext uri="{FF2B5EF4-FFF2-40B4-BE49-F238E27FC236}">
                  <a16:creationId xmlns:a16="http://schemas.microsoft.com/office/drawing/2014/main" id="{2A939C39-CA86-E671-6D4E-88AA55575342}"/>
                </a:ext>
              </a:extLst>
            </p:cNvPr>
            <p:cNvSpPr/>
            <p:nvPr/>
          </p:nvSpPr>
          <p:spPr>
            <a:xfrm>
              <a:off x="1682275" y="241631"/>
              <a:ext cx="5161606" cy="3454973"/>
            </a:xfrm>
            <a:custGeom>
              <a:avLst/>
              <a:gdLst/>
              <a:ahLst/>
              <a:cxnLst/>
              <a:rect l="l" t="t" r="r" b="b"/>
              <a:pathLst>
                <a:path w="5161606" h="3454973" extrusionOk="0">
                  <a:moveTo>
                    <a:pt x="4992053" y="0"/>
                  </a:moveTo>
                  <a:lnTo>
                    <a:pt x="170498" y="0"/>
                  </a:lnTo>
                  <a:cubicBezTo>
                    <a:pt x="76200" y="0"/>
                    <a:pt x="0" y="76143"/>
                    <a:pt x="0" y="170369"/>
                  </a:cubicBezTo>
                  <a:lnTo>
                    <a:pt x="0" y="3396915"/>
                  </a:lnTo>
                  <a:cubicBezTo>
                    <a:pt x="0" y="3429275"/>
                    <a:pt x="26670" y="3454973"/>
                    <a:pt x="58102" y="3454973"/>
                  </a:cubicBezTo>
                  <a:lnTo>
                    <a:pt x="5103495" y="3454973"/>
                  </a:lnTo>
                  <a:cubicBezTo>
                    <a:pt x="5135880" y="3454973"/>
                    <a:pt x="5161598" y="3428324"/>
                    <a:pt x="5161598" y="3396915"/>
                  </a:cubicBezTo>
                  <a:lnTo>
                    <a:pt x="5161598" y="170369"/>
                  </a:lnTo>
                  <a:cubicBezTo>
                    <a:pt x="5162550" y="76143"/>
                    <a:pt x="5086350" y="0"/>
                    <a:pt x="4992053" y="0"/>
                  </a:cubicBezTo>
                  <a:close/>
                  <a:moveTo>
                    <a:pt x="4981575" y="3245581"/>
                  </a:moveTo>
                  <a:lnTo>
                    <a:pt x="190500" y="3245581"/>
                  </a:lnTo>
                  <a:lnTo>
                    <a:pt x="190500" y="199874"/>
                  </a:lnTo>
                  <a:lnTo>
                    <a:pt x="4981575" y="199874"/>
                  </a:lnTo>
                  <a:lnTo>
                    <a:pt x="4981575" y="324558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50000">
                  <a:schemeClr val="accent2"/>
                </a:gs>
                <a:gs pos="100000">
                  <a:schemeClr val="accent3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392;p32">
              <a:extLst>
                <a:ext uri="{FF2B5EF4-FFF2-40B4-BE49-F238E27FC236}">
                  <a16:creationId xmlns:a16="http://schemas.microsoft.com/office/drawing/2014/main" id="{A2A579DF-DF95-B45C-F1AC-7C45B8282A64}"/>
                </a:ext>
              </a:extLst>
            </p:cNvPr>
            <p:cNvSpPr/>
            <p:nvPr/>
          </p:nvSpPr>
          <p:spPr>
            <a:xfrm>
              <a:off x="1177450" y="3763229"/>
              <a:ext cx="6173152" cy="95178"/>
            </a:xfrm>
            <a:custGeom>
              <a:avLst/>
              <a:gdLst/>
              <a:ahLst/>
              <a:cxnLst/>
              <a:rect l="l" t="t" r="r" b="b"/>
              <a:pathLst>
                <a:path w="6173152" h="95178" extrusionOk="0">
                  <a:moveTo>
                    <a:pt x="0" y="0"/>
                  </a:moveTo>
                  <a:cubicBezTo>
                    <a:pt x="0" y="0"/>
                    <a:pt x="129540" y="95178"/>
                    <a:pt x="450533" y="95178"/>
                  </a:cubicBezTo>
                  <a:lnTo>
                    <a:pt x="5817870" y="95178"/>
                  </a:lnTo>
                  <a:cubicBezTo>
                    <a:pt x="5948363" y="95178"/>
                    <a:pt x="6173153" y="0"/>
                    <a:pt x="617315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393;p32">
              <a:extLst>
                <a:ext uri="{FF2B5EF4-FFF2-40B4-BE49-F238E27FC236}">
                  <a16:creationId xmlns:a16="http://schemas.microsoft.com/office/drawing/2014/main" id="{3282BAAF-207C-1101-2E3E-18FC77685884}"/>
                </a:ext>
              </a:extLst>
            </p:cNvPr>
            <p:cNvSpPr/>
            <p:nvPr/>
          </p:nvSpPr>
          <p:spPr>
            <a:xfrm>
              <a:off x="1177450" y="3687086"/>
              <a:ext cx="6172200" cy="76142"/>
            </a:xfrm>
            <a:custGeom>
              <a:avLst/>
              <a:gdLst/>
              <a:ahLst/>
              <a:cxnLst/>
              <a:rect l="l" t="t" r="r" b="b"/>
              <a:pathLst>
                <a:path w="6172200" h="76142" extrusionOk="0">
                  <a:moveTo>
                    <a:pt x="0" y="76143"/>
                  </a:moveTo>
                  <a:lnTo>
                    <a:pt x="6172200" y="76143"/>
                  </a:lnTo>
                  <a:lnTo>
                    <a:pt x="6172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394;p32">
              <a:extLst>
                <a:ext uri="{FF2B5EF4-FFF2-40B4-BE49-F238E27FC236}">
                  <a16:creationId xmlns:a16="http://schemas.microsoft.com/office/drawing/2014/main" id="{DA6EC844-EB58-27CE-AFE6-5BA52D49BFD2}"/>
                </a:ext>
              </a:extLst>
            </p:cNvPr>
            <p:cNvSpPr/>
            <p:nvPr/>
          </p:nvSpPr>
          <p:spPr>
            <a:xfrm>
              <a:off x="3806350" y="3687086"/>
              <a:ext cx="903922" cy="47589"/>
            </a:xfrm>
            <a:custGeom>
              <a:avLst/>
              <a:gdLst/>
              <a:ahLst/>
              <a:cxnLst/>
              <a:rect l="l" t="t" r="r" b="b"/>
              <a:pathLst>
                <a:path w="903922" h="47589" extrusionOk="0">
                  <a:moveTo>
                    <a:pt x="0" y="0"/>
                  </a:moveTo>
                  <a:cubicBezTo>
                    <a:pt x="0" y="0"/>
                    <a:pt x="26670" y="47589"/>
                    <a:pt x="53340" y="47589"/>
                  </a:cubicBezTo>
                  <a:lnTo>
                    <a:pt x="850582" y="47589"/>
                  </a:lnTo>
                  <a:cubicBezTo>
                    <a:pt x="877253" y="47589"/>
                    <a:pt x="903922" y="0"/>
                    <a:pt x="90392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A2A30">
                <a:alpha val="128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" name="Arrow: Left 11">
            <a:extLst>
              <a:ext uri="{FF2B5EF4-FFF2-40B4-BE49-F238E27FC236}">
                <a16:creationId xmlns:a16="http://schemas.microsoft.com/office/drawing/2014/main" id="{A4A56DEA-F82D-716A-6F93-2556D59FA8B6}"/>
              </a:ext>
            </a:extLst>
          </p:cNvPr>
          <p:cNvSpPr/>
          <p:nvPr/>
        </p:nvSpPr>
        <p:spPr>
          <a:xfrm rot="19493032">
            <a:off x="6774594" y="2864578"/>
            <a:ext cx="866987" cy="202499"/>
          </a:xfrm>
          <a:prstGeom prst="lef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7459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B02EF4-EAED-F6E0-B653-E3C6ED4B3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273" y="299603"/>
            <a:ext cx="368534" cy="36853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A81A861-E1FC-6779-0C7A-2F07646B7962}"/>
              </a:ext>
            </a:extLst>
          </p:cNvPr>
          <p:cNvSpPr txBox="1"/>
          <p:nvPr/>
        </p:nvSpPr>
        <p:spPr>
          <a:xfrm>
            <a:off x="694807" y="253037"/>
            <a:ext cx="2697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UI Mockup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CA639A-77E8-022B-9919-D8E733C23B74}"/>
              </a:ext>
            </a:extLst>
          </p:cNvPr>
          <p:cNvSpPr txBox="1"/>
          <p:nvPr/>
        </p:nvSpPr>
        <p:spPr>
          <a:xfrm>
            <a:off x="7937130" y="2940910"/>
            <a:ext cx="12615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Email Picker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3448E7-7272-782C-FB1C-7FDA8C1F76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1219857"/>
            <a:ext cx="5472853" cy="2959290"/>
          </a:xfrm>
          <a:prstGeom prst="rect">
            <a:avLst/>
          </a:prstGeom>
        </p:spPr>
      </p:pic>
      <p:grpSp>
        <p:nvGrpSpPr>
          <p:cNvPr id="9" name="Google Shape;390;p32">
            <a:extLst>
              <a:ext uri="{FF2B5EF4-FFF2-40B4-BE49-F238E27FC236}">
                <a16:creationId xmlns:a16="http://schemas.microsoft.com/office/drawing/2014/main" id="{2A8EBD47-B856-C47B-E376-A3A1FF3481C0}"/>
              </a:ext>
            </a:extLst>
          </p:cNvPr>
          <p:cNvGrpSpPr/>
          <p:nvPr/>
        </p:nvGrpSpPr>
        <p:grpSpPr>
          <a:xfrm>
            <a:off x="1048848" y="1016015"/>
            <a:ext cx="7046303" cy="3576305"/>
            <a:chOff x="1177450" y="241631"/>
            <a:chExt cx="6173152" cy="3616776"/>
          </a:xfrm>
        </p:grpSpPr>
        <p:sp>
          <p:nvSpPr>
            <p:cNvPr id="10" name="Google Shape;391;p32">
              <a:extLst>
                <a:ext uri="{FF2B5EF4-FFF2-40B4-BE49-F238E27FC236}">
                  <a16:creationId xmlns:a16="http://schemas.microsoft.com/office/drawing/2014/main" id="{9EF1BE87-9B46-D0E0-D8B8-2E8D8C24705C}"/>
                </a:ext>
              </a:extLst>
            </p:cNvPr>
            <p:cNvSpPr/>
            <p:nvPr/>
          </p:nvSpPr>
          <p:spPr>
            <a:xfrm>
              <a:off x="1682275" y="241631"/>
              <a:ext cx="5161606" cy="3454973"/>
            </a:xfrm>
            <a:custGeom>
              <a:avLst/>
              <a:gdLst/>
              <a:ahLst/>
              <a:cxnLst/>
              <a:rect l="l" t="t" r="r" b="b"/>
              <a:pathLst>
                <a:path w="5161606" h="3454973" extrusionOk="0">
                  <a:moveTo>
                    <a:pt x="4992053" y="0"/>
                  </a:moveTo>
                  <a:lnTo>
                    <a:pt x="170498" y="0"/>
                  </a:lnTo>
                  <a:cubicBezTo>
                    <a:pt x="76200" y="0"/>
                    <a:pt x="0" y="76143"/>
                    <a:pt x="0" y="170369"/>
                  </a:cubicBezTo>
                  <a:lnTo>
                    <a:pt x="0" y="3396915"/>
                  </a:lnTo>
                  <a:cubicBezTo>
                    <a:pt x="0" y="3429275"/>
                    <a:pt x="26670" y="3454973"/>
                    <a:pt x="58102" y="3454973"/>
                  </a:cubicBezTo>
                  <a:lnTo>
                    <a:pt x="5103495" y="3454973"/>
                  </a:lnTo>
                  <a:cubicBezTo>
                    <a:pt x="5135880" y="3454973"/>
                    <a:pt x="5161598" y="3428324"/>
                    <a:pt x="5161598" y="3396915"/>
                  </a:cubicBezTo>
                  <a:lnTo>
                    <a:pt x="5161598" y="170369"/>
                  </a:lnTo>
                  <a:cubicBezTo>
                    <a:pt x="5162550" y="76143"/>
                    <a:pt x="5086350" y="0"/>
                    <a:pt x="4992053" y="0"/>
                  </a:cubicBezTo>
                  <a:close/>
                  <a:moveTo>
                    <a:pt x="4981575" y="3245581"/>
                  </a:moveTo>
                  <a:lnTo>
                    <a:pt x="190500" y="3245581"/>
                  </a:lnTo>
                  <a:lnTo>
                    <a:pt x="190500" y="199874"/>
                  </a:lnTo>
                  <a:lnTo>
                    <a:pt x="4981575" y="199874"/>
                  </a:lnTo>
                  <a:lnTo>
                    <a:pt x="4981575" y="324558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50000">
                  <a:schemeClr val="accent2"/>
                </a:gs>
                <a:gs pos="100000">
                  <a:schemeClr val="accent3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392;p32">
              <a:extLst>
                <a:ext uri="{FF2B5EF4-FFF2-40B4-BE49-F238E27FC236}">
                  <a16:creationId xmlns:a16="http://schemas.microsoft.com/office/drawing/2014/main" id="{8ADAD78F-02E2-C98C-FBF8-07EF8A0D2D53}"/>
                </a:ext>
              </a:extLst>
            </p:cNvPr>
            <p:cNvSpPr/>
            <p:nvPr/>
          </p:nvSpPr>
          <p:spPr>
            <a:xfrm>
              <a:off x="1177450" y="3763229"/>
              <a:ext cx="6173152" cy="95178"/>
            </a:xfrm>
            <a:custGeom>
              <a:avLst/>
              <a:gdLst/>
              <a:ahLst/>
              <a:cxnLst/>
              <a:rect l="l" t="t" r="r" b="b"/>
              <a:pathLst>
                <a:path w="6173152" h="95178" extrusionOk="0">
                  <a:moveTo>
                    <a:pt x="0" y="0"/>
                  </a:moveTo>
                  <a:cubicBezTo>
                    <a:pt x="0" y="0"/>
                    <a:pt x="129540" y="95178"/>
                    <a:pt x="450533" y="95178"/>
                  </a:cubicBezTo>
                  <a:lnTo>
                    <a:pt x="5817870" y="95178"/>
                  </a:lnTo>
                  <a:cubicBezTo>
                    <a:pt x="5948363" y="95178"/>
                    <a:pt x="6173153" y="0"/>
                    <a:pt x="617315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393;p32">
              <a:extLst>
                <a:ext uri="{FF2B5EF4-FFF2-40B4-BE49-F238E27FC236}">
                  <a16:creationId xmlns:a16="http://schemas.microsoft.com/office/drawing/2014/main" id="{78073B2C-7EBE-6465-2E45-45186067CEDB}"/>
                </a:ext>
              </a:extLst>
            </p:cNvPr>
            <p:cNvSpPr/>
            <p:nvPr/>
          </p:nvSpPr>
          <p:spPr>
            <a:xfrm>
              <a:off x="1177450" y="3687086"/>
              <a:ext cx="6172200" cy="76142"/>
            </a:xfrm>
            <a:custGeom>
              <a:avLst/>
              <a:gdLst/>
              <a:ahLst/>
              <a:cxnLst/>
              <a:rect l="l" t="t" r="r" b="b"/>
              <a:pathLst>
                <a:path w="6172200" h="76142" extrusionOk="0">
                  <a:moveTo>
                    <a:pt x="0" y="76143"/>
                  </a:moveTo>
                  <a:lnTo>
                    <a:pt x="6172200" y="76143"/>
                  </a:lnTo>
                  <a:lnTo>
                    <a:pt x="6172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394;p32">
              <a:extLst>
                <a:ext uri="{FF2B5EF4-FFF2-40B4-BE49-F238E27FC236}">
                  <a16:creationId xmlns:a16="http://schemas.microsoft.com/office/drawing/2014/main" id="{3FF3F72E-0785-CE95-8D32-78921EF0361B}"/>
                </a:ext>
              </a:extLst>
            </p:cNvPr>
            <p:cNvSpPr/>
            <p:nvPr/>
          </p:nvSpPr>
          <p:spPr>
            <a:xfrm>
              <a:off x="3806350" y="3687086"/>
              <a:ext cx="903922" cy="47589"/>
            </a:xfrm>
            <a:custGeom>
              <a:avLst/>
              <a:gdLst/>
              <a:ahLst/>
              <a:cxnLst/>
              <a:rect l="l" t="t" r="r" b="b"/>
              <a:pathLst>
                <a:path w="903922" h="47589" extrusionOk="0">
                  <a:moveTo>
                    <a:pt x="0" y="0"/>
                  </a:moveTo>
                  <a:cubicBezTo>
                    <a:pt x="0" y="0"/>
                    <a:pt x="26670" y="47589"/>
                    <a:pt x="53340" y="47589"/>
                  </a:cubicBezTo>
                  <a:lnTo>
                    <a:pt x="850582" y="47589"/>
                  </a:lnTo>
                  <a:cubicBezTo>
                    <a:pt x="877253" y="47589"/>
                    <a:pt x="903922" y="0"/>
                    <a:pt x="90392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A2A30">
                <a:alpha val="128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" name="Arrow: Left 13">
            <a:extLst>
              <a:ext uri="{FF2B5EF4-FFF2-40B4-BE49-F238E27FC236}">
                <a16:creationId xmlns:a16="http://schemas.microsoft.com/office/drawing/2014/main" id="{15675542-E8DE-93A4-7F92-5A6C553BE13B}"/>
              </a:ext>
            </a:extLst>
          </p:cNvPr>
          <p:cNvSpPr/>
          <p:nvPr/>
        </p:nvSpPr>
        <p:spPr>
          <a:xfrm rot="19493032">
            <a:off x="7090801" y="3171844"/>
            <a:ext cx="866987" cy="202499"/>
          </a:xfrm>
          <a:prstGeom prst="lef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5903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B02EF4-EAED-F6E0-B653-E3C6ED4B3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273" y="299603"/>
            <a:ext cx="368534" cy="36853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A81A861-E1FC-6779-0C7A-2F07646B7962}"/>
              </a:ext>
            </a:extLst>
          </p:cNvPr>
          <p:cNvSpPr txBox="1"/>
          <p:nvPr/>
        </p:nvSpPr>
        <p:spPr>
          <a:xfrm>
            <a:off x="694807" y="253037"/>
            <a:ext cx="2697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UI Mockup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CA639A-77E8-022B-9919-D8E733C23B74}"/>
              </a:ext>
            </a:extLst>
          </p:cNvPr>
          <p:cNvSpPr txBox="1"/>
          <p:nvPr/>
        </p:nvSpPr>
        <p:spPr>
          <a:xfrm>
            <a:off x="8023599" y="3079784"/>
            <a:ext cx="12615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Destination Selection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3448E7-7272-782C-FB1C-7FDA8C1F76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9121" y="1212427"/>
            <a:ext cx="5479626" cy="3040516"/>
          </a:xfrm>
          <a:prstGeom prst="rect">
            <a:avLst/>
          </a:prstGeom>
        </p:spPr>
      </p:pic>
      <p:grpSp>
        <p:nvGrpSpPr>
          <p:cNvPr id="2" name="Google Shape;390;p32">
            <a:extLst>
              <a:ext uri="{FF2B5EF4-FFF2-40B4-BE49-F238E27FC236}">
                <a16:creationId xmlns:a16="http://schemas.microsoft.com/office/drawing/2014/main" id="{AEAA4037-1525-DEB6-6BD3-AD0D2D1C8D7D}"/>
              </a:ext>
            </a:extLst>
          </p:cNvPr>
          <p:cNvGrpSpPr/>
          <p:nvPr/>
        </p:nvGrpSpPr>
        <p:grpSpPr>
          <a:xfrm>
            <a:off x="1048848" y="1016015"/>
            <a:ext cx="7046303" cy="3576305"/>
            <a:chOff x="1177450" y="241631"/>
            <a:chExt cx="6173152" cy="3616776"/>
          </a:xfrm>
        </p:grpSpPr>
        <p:sp>
          <p:nvSpPr>
            <p:cNvPr id="3" name="Google Shape;391;p32">
              <a:extLst>
                <a:ext uri="{FF2B5EF4-FFF2-40B4-BE49-F238E27FC236}">
                  <a16:creationId xmlns:a16="http://schemas.microsoft.com/office/drawing/2014/main" id="{2B33DA77-71AF-D21A-5DF0-5133928B67C7}"/>
                </a:ext>
              </a:extLst>
            </p:cNvPr>
            <p:cNvSpPr/>
            <p:nvPr/>
          </p:nvSpPr>
          <p:spPr>
            <a:xfrm>
              <a:off x="1682275" y="241631"/>
              <a:ext cx="5161606" cy="3454973"/>
            </a:xfrm>
            <a:custGeom>
              <a:avLst/>
              <a:gdLst/>
              <a:ahLst/>
              <a:cxnLst/>
              <a:rect l="l" t="t" r="r" b="b"/>
              <a:pathLst>
                <a:path w="5161606" h="3454973" extrusionOk="0">
                  <a:moveTo>
                    <a:pt x="4992053" y="0"/>
                  </a:moveTo>
                  <a:lnTo>
                    <a:pt x="170498" y="0"/>
                  </a:lnTo>
                  <a:cubicBezTo>
                    <a:pt x="76200" y="0"/>
                    <a:pt x="0" y="76143"/>
                    <a:pt x="0" y="170369"/>
                  </a:cubicBezTo>
                  <a:lnTo>
                    <a:pt x="0" y="3396915"/>
                  </a:lnTo>
                  <a:cubicBezTo>
                    <a:pt x="0" y="3429275"/>
                    <a:pt x="26670" y="3454973"/>
                    <a:pt x="58102" y="3454973"/>
                  </a:cubicBezTo>
                  <a:lnTo>
                    <a:pt x="5103495" y="3454973"/>
                  </a:lnTo>
                  <a:cubicBezTo>
                    <a:pt x="5135880" y="3454973"/>
                    <a:pt x="5161598" y="3428324"/>
                    <a:pt x="5161598" y="3396915"/>
                  </a:cubicBezTo>
                  <a:lnTo>
                    <a:pt x="5161598" y="170369"/>
                  </a:lnTo>
                  <a:cubicBezTo>
                    <a:pt x="5162550" y="76143"/>
                    <a:pt x="5086350" y="0"/>
                    <a:pt x="4992053" y="0"/>
                  </a:cubicBezTo>
                  <a:close/>
                  <a:moveTo>
                    <a:pt x="4981575" y="3245581"/>
                  </a:moveTo>
                  <a:lnTo>
                    <a:pt x="190500" y="3245581"/>
                  </a:lnTo>
                  <a:lnTo>
                    <a:pt x="190500" y="199874"/>
                  </a:lnTo>
                  <a:lnTo>
                    <a:pt x="4981575" y="199874"/>
                  </a:lnTo>
                  <a:lnTo>
                    <a:pt x="4981575" y="324558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50000">
                  <a:schemeClr val="accent2"/>
                </a:gs>
                <a:gs pos="100000">
                  <a:schemeClr val="accent3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392;p32">
              <a:extLst>
                <a:ext uri="{FF2B5EF4-FFF2-40B4-BE49-F238E27FC236}">
                  <a16:creationId xmlns:a16="http://schemas.microsoft.com/office/drawing/2014/main" id="{443ADE0D-2762-1A28-0C4E-ADD4BEDAC72E}"/>
                </a:ext>
              </a:extLst>
            </p:cNvPr>
            <p:cNvSpPr/>
            <p:nvPr/>
          </p:nvSpPr>
          <p:spPr>
            <a:xfrm>
              <a:off x="1177450" y="3763229"/>
              <a:ext cx="6173152" cy="95178"/>
            </a:xfrm>
            <a:custGeom>
              <a:avLst/>
              <a:gdLst/>
              <a:ahLst/>
              <a:cxnLst/>
              <a:rect l="l" t="t" r="r" b="b"/>
              <a:pathLst>
                <a:path w="6173152" h="95178" extrusionOk="0">
                  <a:moveTo>
                    <a:pt x="0" y="0"/>
                  </a:moveTo>
                  <a:cubicBezTo>
                    <a:pt x="0" y="0"/>
                    <a:pt x="129540" y="95178"/>
                    <a:pt x="450533" y="95178"/>
                  </a:cubicBezTo>
                  <a:lnTo>
                    <a:pt x="5817870" y="95178"/>
                  </a:lnTo>
                  <a:cubicBezTo>
                    <a:pt x="5948363" y="95178"/>
                    <a:pt x="6173153" y="0"/>
                    <a:pt x="617315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393;p32">
              <a:extLst>
                <a:ext uri="{FF2B5EF4-FFF2-40B4-BE49-F238E27FC236}">
                  <a16:creationId xmlns:a16="http://schemas.microsoft.com/office/drawing/2014/main" id="{8F14C893-2757-B33F-BA53-E47012E95182}"/>
                </a:ext>
              </a:extLst>
            </p:cNvPr>
            <p:cNvSpPr/>
            <p:nvPr/>
          </p:nvSpPr>
          <p:spPr>
            <a:xfrm>
              <a:off x="1177450" y="3687086"/>
              <a:ext cx="6172200" cy="76142"/>
            </a:xfrm>
            <a:custGeom>
              <a:avLst/>
              <a:gdLst/>
              <a:ahLst/>
              <a:cxnLst/>
              <a:rect l="l" t="t" r="r" b="b"/>
              <a:pathLst>
                <a:path w="6172200" h="76142" extrusionOk="0">
                  <a:moveTo>
                    <a:pt x="0" y="76143"/>
                  </a:moveTo>
                  <a:lnTo>
                    <a:pt x="6172200" y="76143"/>
                  </a:lnTo>
                  <a:lnTo>
                    <a:pt x="6172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394;p32">
              <a:extLst>
                <a:ext uri="{FF2B5EF4-FFF2-40B4-BE49-F238E27FC236}">
                  <a16:creationId xmlns:a16="http://schemas.microsoft.com/office/drawing/2014/main" id="{F6FE5693-685F-1952-EE2E-864FFD9F84CB}"/>
                </a:ext>
              </a:extLst>
            </p:cNvPr>
            <p:cNvSpPr/>
            <p:nvPr/>
          </p:nvSpPr>
          <p:spPr>
            <a:xfrm>
              <a:off x="3806350" y="3687086"/>
              <a:ext cx="903922" cy="47589"/>
            </a:xfrm>
            <a:custGeom>
              <a:avLst/>
              <a:gdLst/>
              <a:ahLst/>
              <a:cxnLst/>
              <a:rect l="l" t="t" r="r" b="b"/>
              <a:pathLst>
                <a:path w="903922" h="47589" extrusionOk="0">
                  <a:moveTo>
                    <a:pt x="0" y="0"/>
                  </a:moveTo>
                  <a:cubicBezTo>
                    <a:pt x="0" y="0"/>
                    <a:pt x="26670" y="47589"/>
                    <a:pt x="53340" y="47589"/>
                  </a:cubicBezTo>
                  <a:lnTo>
                    <a:pt x="850582" y="47589"/>
                  </a:lnTo>
                  <a:cubicBezTo>
                    <a:pt x="877253" y="47589"/>
                    <a:pt x="903922" y="0"/>
                    <a:pt x="90392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A2A30">
                <a:alpha val="128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Arrow: Left 9">
            <a:extLst>
              <a:ext uri="{FF2B5EF4-FFF2-40B4-BE49-F238E27FC236}">
                <a16:creationId xmlns:a16="http://schemas.microsoft.com/office/drawing/2014/main" id="{52E39C3E-286C-34BE-D575-62141476219D}"/>
              </a:ext>
            </a:extLst>
          </p:cNvPr>
          <p:cNvSpPr/>
          <p:nvPr/>
        </p:nvSpPr>
        <p:spPr>
          <a:xfrm rot="19493032">
            <a:off x="7177270" y="3431181"/>
            <a:ext cx="866987" cy="202499"/>
          </a:xfrm>
          <a:prstGeom prst="lef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5734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B02EF4-EAED-F6E0-B653-E3C6ED4B3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273" y="299603"/>
            <a:ext cx="368534" cy="36853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A81A861-E1FC-6779-0C7A-2F07646B7962}"/>
              </a:ext>
            </a:extLst>
          </p:cNvPr>
          <p:cNvSpPr txBox="1"/>
          <p:nvPr/>
        </p:nvSpPr>
        <p:spPr>
          <a:xfrm>
            <a:off x="694807" y="253037"/>
            <a:ext cx="2697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UI Mockup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6E165F-B755-8125-A283-2C87D102B5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2347" y="1210484"/>
            <a:ext cx="5479626" cy="2968663"/>
          </a:xfrm>
          <a:prstGeom prst="rect">
            <a:avLst/>
          </a:prstGeom>
        </p:spPr>
      </p:pic>
      <p:grpSp>
        <p:nvGrpSpPr>
          <p:cNvPr id="11" name="Google Shape;390;p32">
            <a:extLst>
              <a:ext uri="{FF2B5EF4-FFF2-40B4-BE49-F238E27FC236}">
                <a16:creationId xmlns:a16="http://schemas.microsoft.com/office/drawing/2014/main" id="{83B3CA21-F120-8839-B81E-65426ADEE975}"/>
              </a:ext>
            </a:extLst>
          </p:cNvPr>
          <p:cNvGrpSpPr/>
          <p:nvPr/>
        </p:nvGrpSpPr>
        <p:grpSpPr>
          <a:xfrm>
            <a:off x="1048848" y="1016015"/>
            <a:ext cx="7046303" cy="3576305"/>
            <a:chOff x="1177450" y="241631"/>
            <a:chExt cx="6173152" cy="3616776"/>
          </a:xfrm>
        </p:grpSpPr>
        <p:sp>
          <p:nvSpPr>
            <p:cNvPr id="12" name="Google Shape;391;p32">
              <a:extLst>
                <a:ext uri="{FF2B5EF4-FFF2-40B4-BE49-F238E27FC236}">
                  <a16:creationId xmlns:a16="http://schemas.microsoft.com/office/drawing/2014/main" id="{E10B1EF6-20F8-EF25-0BEA-D7620434ECB8}"/>
                </a:ext>
              </a:extLst>
            </p:cNvPr>
            <p:cNvSpPr/>
            <p:nvPr/>
          </p:nvSpPr>
          <p:spPr>
            <a:xfrm>
              <a:off x="1682275" y="241631"/>
              <a:ext cx="5161606" cy="3454973"/>
            </a:xfrm>
            <a:custGeom>
              <a:avLst/>
              <a:gdLst/>
              <a:ahLst/>
              <a:cxnLst/>
              <a:rect l="l" t="t" r="r" b="b"/>
              <a:pathLst>
                <a:path w="5161606" h="3454973" extrusionOk="0">
                  <a:moveTo>
                    <a:pt x="4992053" y="0"/>
                  </a:moveTo>
                  <a:lnTo>
                    <a:pt x="170498" y="0"/>
                  </a:lnTo>
                  <a:cubicBezTo>
                    <a:pt x="76200" y="0"/>
                    <a:pt x="0" y="76143"/>
                    <a:pt x="0" y="170369"/>
                  </a:cubicBezTo>
                  <a:lnTo>
                    <a:pt x="0" y="3396915"/>
                  </a:lnTo>
                  <a:cubicBezTo>
                    <a:pt x="0" y="3429275"/>
                    <a:pt x="26670" y="3454973"/>
                    <a:pt x="58102" y="3454973"/>
                  </a:cubicBezTo>
                  <a:lnTo>
                    <a:pt x="5103495" y="3454973"/>
                  </a:lnTo>
                  <a:cubicBezTo>
                    <a:pt x="5135880" y="3454973"/>
                    <a:pt x="5161598" y="3428324"/>
                    <a:pt x="5161598" y="3396915"/>
                  </a:cubicBezTo>
                  <a:lnTo>
                    <a:pt x="5161598" y="170369"/>
                  </a:lnTo>
                  <a:cubicBezTo>
                    <a:pt x="5162550" y="76143"/>
                    <a:pt x="5086350" y="0"/>
                    <a:pt x="4992053" y="0"/>
                  </a:cubicBezTo>
                  <a:close/>
                  <a:moveTo>
                    <a:pt x="4981575" y="3245581"/>
                  </a:moveTo>
                  <a:lnTo>
                    <a:pt x="190500" y="3245581"/>
                  </a:lnTo>
                  <a:lnTo>
                    <a:pt x="190500" y="199874"/>
                  </a:lnTo>
                  <a:lnTo>
                    <a:pt x="4981575" y="199874"/>
                  </a:lnTo>
                  <a:lnTo>
                    <a:pt x="4981575" y="324558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50000">
                  <a:schemeClr val="accent2"/>
                </a:gs>
                <a:gs pos="100000">
                  <a:schemeClr val="accent3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392;p32">
              <a:extLst>
                <a:ext uri="{FF2B5EF4-FFF2-40B4-BE49-F238E27FC236}">
                  <a16:creationId xmlns:a16="http://schemas.microsoft.com/office/drawing/2014/main" id="{5B9427D1-9369-295D-7782-921C673C5646}"/>
                </a:ext>
              </a:extLst>
            </p:cNvPr>
            <p:cNvSpPr/>
            <p:nvPr/>
          </p:nvSpPr>
          <p:spPr>
            <a:xfrm>
              <a:off x="1177450" y="3763229"/>
              <a:ext cx="6173152" cy="95178"/>
            </a:xfrm>
            <a:custGeom>
              <a:avLst/>
              <a:gdLst/>
              <a:ahLst/>
              <a:cxnLst/>
              <a:rect l="l" t="t" r="r" b="b"/>
              <a:pathLst>
                <a:path w="6173152" h="95178" extrusionOk="0">
                  <a:moveTo>
                    <a:pt x="0" y="0"/>
                  </a:moveTo>
                  <a:cubicBezTo>
                    <a:pt x="0" y="0"/>
                    <a:pt x="129540" y="95178"/>
                    <a:pt x="450533" y="95178"/>
                  </a:cubicBezTo>
                  <a:lnTo>
                    <a:pt x="5817870" y="95178"/>
                  </a:lnTo>
                  <a:cubicBezTo>
                    <a:pt x="5948363" y="95178"/>
                    <a:pt x="6173153" y="0"/>
                    <a:pt x="617315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393;p32">
              <a:extLst>
                <a:ext uri="{FF2B5EF4-FFF2-40B4-BE49-F238E27FC236}">
                  <a16:creationId xmlns:a16="http://schemas.microsoft.com/office/drawing/2014/main" id="{A87E7A54-E6C8-3E01-8DB6-4D0D05A71D87}"/>
                </a:ext>
              </a:extLst>
            </p:cNvPr>
            <p:cNvSpPr/>
            <p:nvPr/>
          </p:nvSpPr>
          <p:spPr>
            <a:xfrm>
              <a:off x="1177450" y="3687086"/>
              <a:ext cx="6172200" cy="76142"/>
            </a:xfrm>
            <a:custGeom>
              <a:avLst/>
              <a:gdLst/>
              <a:ahLst/>
              <a:cxnLst/>
              <a:rect l="l" t="t" r="r" b="b"/>
              <a:pathLst>
                <a:path w="6172200" h="76142" extrusionOk="0">
                  <a:moveTo>
                    <a:pt x="0" y="76143"/>
                  </a:moveTo>
                  <a:lnTo>
                    <a:pt x="6172200" y="76143"/>
                  </a:lnTo>
                  <a:lnTo>
                    <a:pt x="6172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394;p32">
              <a:extLst>
                <a:ext uri="{FF2B5EF4-FFF2-40B4-BE49-F238E27FC236}">
                  <a16:creationId xmlns:a16="http://schemas.microsoft.com/office/drawing/2014/main" id="{C560ADED-6ED3-32A7-D7BD-697BF6BD72B1}"/>
                </a:ext>
              </a:extLst>
            </p:cNvPr>
            <p:cNvSpPr/>
            <p:nvPr/>
          </p:nvSpPr>
          <p:spPr>
            <a:xfrm>
              <a:off x="3806350" y="3687086"/>
              <a:ext cx="903922" cy="47589"/>
            </a:xfrm>
            <a:custGeom>
              <a:avLst/>
              <a:gdLst/>
              <a:ahLst/>
              <a:cxnLst/>
              <a:rect l="l" t="t" r="r" b="b"/>
              <a:pathLst>
                <a:path w="903922" h="47589" extrusionOk="0">
                  <a:moveTo>
                    <a:pt x="0" y="0"/>
                  </a:moveTo>
                  <a:cubicBezTo>
                    <a:pt x="0" y="0"/>
                    <a:pt x="26670" y="47589"/>
                    <a:pt x="53340" y="47589"/>
                  </a:cubicBezTo>
                  <a:lnTo>
                    <a:pt x="850582" y="47589"/>
                  </a:lnTo>
                  <a:cubicBezTo>
                    <a:pt x="877253" y="47589"/>
                    <a:pt x="903922" y="0"/>
                    <a:pt x="90392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A2A30">
                <a:alpha val="128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" name="Arrow: Left 15">
            <a:extLst>
              <a:ext uri="{FF2B5EF4-FFF2-40B4-BE49-F238E27FC236}">
                <a16:creationId xmlns:a16="http://schemas.microsoft.com/office/drawing/2014/main" id="{587CDA8C-8961-FB13-9B9A-27F2C8FB2A97}"/>
              </a:ext>
            </a:extLst>
          </p:cNvPr>
          <p:cNvSpPr/>
          <p:nvPr/>
        </p:nvSpPr>
        <p:spPr>
          <a:xfrm rot="19493032">
            <a:off x="5221739" y="3535419"/>
            <a:ext cx="866987" cy="202499"/>
          </a:xfrm>
          <a:prstGeom prst="lef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4816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B02EF4-EAED-F6E0-B653-E3C6ED4B3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273" y="299603"/>
            <a:ext cx="368534" cy="36853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A81A861-E1FC-6779-0C7A-2F07646B7962}"/>
              </a:ext>
            </a:extLst>
          </p:cNvPr>
          <p:cNvSpPr txBox="1"/>
          <p:nvPr/>
        </p:nvSpPr>
        <p:spPr>
          <a:xfrm>
            <a:off x="694807" y="253037"/>
            <a:ext cx="2697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UI Mockup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BDD6BB-F8C2-1248-B85E-4B1CA1478C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4293" y="1149494"/>
            <a:ext cx="5574454" cy="3131253"/>
          </a:xfrm>
          <a:prstGeom prst="rect">
            <a:avLst/>
          </a:prstGeom>
        </p:spPr>
      </p:pic>
      <p:grpSp>
        <p:nvGrpSpPr>
          <p:cNvPr id="4" name="Google Shape;390;p32">
            <a:extLst>
              <a:ext uri="{FF2B5EF4-FFF2-40B4-BE49-F238E27FC236}">
                <a16:creationId xmlns:a16="http://schemas.microsoft.com/office/drawing/2014/main" id="{22543EB9-9FCB-2B0B-4E8E-800678B53A3D}"/>
              </a:ext>
            </a:extLst>
          </p:cNvPr>
          <p:cNvGrpSpPr/>
          <p:nvPr/>
        </p:nvGrpSpPr>
        <p:grpSpPr>
          <a:xfrm>
            <a:off x="1048848" y="1016015"/>
            <a:ext cx="7046303" cy="3576305"/>
            <a:chOff x="1177450" y="241631"/>
            <a:chExt cx="6173152" cy="3616776"/>
          </a:xfrm>
        </p:grpSpPr>
        <p:sp>
          <p:nvSpPr>
            <p:cNvPr id="5" name="Google Shape;391;p32">
              <a:extLst>
                <a:ext uri="{FF2B5EF4-FFF2-40B4-BE49-F238E27FC236}">
                  <a16:creationId xmlns:a16="http://schemas.microsoft.com/office/drawing/2014/main" id="{43832953-D220-650C-E19A-557EB8E4153A}"/>
                </a:ext>
              </a:extLst>
            </p:cNvPr>
            <p:cNvSpPr/>
            <p:nvPr/>
          </p:nvSpPr>
          <p:spPr>
            <a:xfrm>
              <a:off x="1682275" y="241631"/>
              <a:ext cx="5161606" cy="3454973"/>
            </a:xfrm>
            <a:custGeom>
              <a:avLst/>
              <a:gdLst/>
              <a:ahLst/>
              <a:cxnLst/>
              <a:rect l="l" t="t" r="r" b="b"/>
              <a:pathLst>
                <a:path w="5161606" h="3454973" extrusionOk="0">
                  <a:moveTo>
                    <a:pt x="4992053" y="0"/>
                  </a:moveTo>
                  <a:lnTo>
                    <a:pt x="170498" y="0"/>
                  </a:lnTo>
                  <a:cubicBezTo>
                    <a:pt x="76200" y="0"/>
                    <a:pt x="0" y="76143"/>
                    <a:pt x="0" y="170369"/>
                  </a:cubicBezTo>
                  <a:lnTo>
                    <a:pt x="0" y="3396915"/>
                  </a:lnTo>
                  <a:cubicBezTo>
                    <a:pt x="0" y="3429275"/>
                    <a:pt x="26670" y="3454973"/>
                    <a:pt x="58102" y="3454973"/>
                  </a:cubicBezTo>
                  <a:lnTo>
                    <a:pt x="5103495" y="3454973"/>
                  </a:lnTo>
                  <a:cubicBezTo>
                    <a:pt x="5135880" y="3454973"/>
                    <a:pt x="5161598" y="3428324"/>
                    <a:pt x="5161598" y="3396915"/>
                  </a:cubicBezTo>
                  <a:lnTo>
                    <a:pt x="5161598" y="170369"/>
                  </a:lnTo>
                  <a:cubicBezTo>
                    <a:pt x="5162550" y="76143"/>
                    <a:pt x="5086350" y="0"/>
                    <a:pt x="4992053" y="0"/>
                  </a:cubicBezTo>
                  <a:close/>
                  <a:moveTo>
                    <a:pt x="4981575" y="3245581"/>
                  </a:moveTo>
                  <a:lnTo>
                    <a:pt x="190500" y="3245581"/>
                  </a:lnTo>
                  <a:lnTo>
                    <a:pt x="190500" y="199874"/>
                  </a:lnTo>
                  <a:lnTo>
                    <a:pt x="4981575" y="199874"/>
                  </a:lnTo>
                  <a:lnTo>
                    <a:pt x="4981575" y="324558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50000">
                  <a:schemeClr val="accent2"/>
                </a:gs>
                <a:gs pos="100000">
                  <a:schemeClr val="accent3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392;p32">
              <a:extLst>
                <a:ext uri="{FF2B5EF4-FFF2-40B4-BE49-F238E27FC236}">
                  <a16:creationId xmlns:a16="http://schemas.microsoft.com/office/drawing/2014/main" id="{0DB6C65D-9C81-23DF-3FCF-C36D04C13724}"/>
                </a:ext>
              </a:extLst>
            </p:cNvPr>
            <p:cNvSpPr/>
            <p:nvPr/>
          </p:nvSpPr>
          <p:spPr>
            <a:xfrm>
              <a:off x="1177450" y="3763229"/>
              <a:ext cx="6173152" cy="95178"/>
            </a:xfrm>
            <a:custGeom>
              <a:avLst/>
              <a:gdLst/>
              <a:ahLst/>
              <a:cxnLst/>
              <a:rect l="l" t="t" r="r" b="b"/>
              <a:pathLst>
                <a:path w="6173152" h="95178" extrusionOk="0">
                  <a:moveTo>
                    <a:pt x="0" y="0"/>
                  </a:moveTo>
                  <a:cubicBezTo>
                    <a:pt x="0" y="0"/>
                    <a:pt x="129540" y="95178"/>
                    <a:pt x="450533" y="95178"/>
                  </a:cubicBezTo>
                  <a:lnTo>
                    <a:pt x="5817870" y="95178"/>
                  </a:lnTo>
                  <a:cubicBezTo>
                    <a:pt x="5948363" y="95178"/>
                    <a:pt x="6173153" y="0"/>
                    <a:pt x="617315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393;p32">
              <a:extLst>
                <a:ext uri="{FF2B5EF4-FFF2-40B4-BE49-F238E27FC236}">
                  <a16:creationId xmlns:a16="http://schemas.microsoft.com/office/drawing/2014/main" id="{3B606F99-47E9-4090-6D49-454C2C47B6FC}"/>
                </a:ext>
              </a:extLst>
            </p:cNvPr>
            <p:cNvSpPr/>
            <p:nvPr/>
          </p:nvSpPr>
          <p:spPr>
            <a:xfrm>
              <a:off x="1177450" y="3687086"/>
              <a:ext cx="6172200" cy="76142"/>
            </a:xfrm>
            <a:custGeom>
              <a:avLst/>
              <a:gdLst/>
              <a:ahLst/>
              <a:cxnLst/>
              <a:rect l="l" t="t" r="r" b="b"/>
              <a:pathLst>
                <a:path w="6172200" h="76142" extrusionOk="0">
                  <a:moveTo>
                    <a:pt x="0" y="76143"/>
                  </a:moveTo>
                  <a:lnTo>
                    <a:pt x="6172200" y="76143"/>
                  </a:lnTo>
                  <a:lnTo>
                    <a:pt x="6172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394;p32">
              <a:extLst>
                <a:ext uri="{FF2B5EF4-FFF2-40B4-BE49-F238E27FC236}">
                  <a16:creationId xmlns:a16="http://schemas.microsoft.com/office/drawing/2014/main" id="{BDB2FEE1-27AC-82AB-79AE-83A4EDBD8721}"/>
                </a:ext>
              </a:extLst>
            </p:cNvPr>
            <p:cNvSpPr/>
            <p:nvPr/>
          </p:nvSpPr>
          <p:spPr>
            <a:xfrm>
              <a:off x="3806350" y="3687086"/>
              <a:ext cx="903922" cy="47589"/>
            </a:xfrm>
            <a:custGeom>
              <a:avLst/>
              <a:gdLst/>
              <a:ahLst/>
              <a:cxnLst/>
              <a:rect l="l" t="t" r="r" b="b"/>
              <a:pathLst>
                <a:path w="903922" h="47589" extrusionOk="0">
                  <a:moveTo>
                    <a:pt x="0" y="0"/>
                  </a:moveTo>
                  <a:cubicBezTo>
                    <a:pt x="0" y="0"/>
                    <a:pt x="26670" y="47589"/>
                    <a:pt x="53340" y="47589"/>
                  </a:cubicBezTo>
                  <a:lnTo>
                    <a:pt x="850582" y="47589"/>
                  </a:lnTo>
                  <a:cubicBezTo>
                    <a:pt x="877253" y="47589"/>
                    <a:pt x="903922" y="0"/>
                    <a:pt x="90392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A2A30">
                <a:alpha val="128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374269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B02EF4-EAED-F6E0-B653-E3C6ED4B3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273" y="299603"/>
            <a:ext cx="368534" cy="36853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A81A861-E1FC-6779-0C7A-2F07646B7962}"/>
              </a:ext>
            </a:extLst>
          </p:cNvPr>
          <p:cNvSpPr txBox="1"/>
          <p:nvPr/>
        </p:nvSpPr>
        <p:spPr>
          <a:xfrm>
            <a:off x="694807" y="253037"/>
            <a:ext cx="2697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UI Mockup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1CC86E-DC34-6DC6-3916-9111C95E32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9653" y="714702"/>
            <a:ext cx="3271519" cy="4088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6768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B02EF4-EAED-F6E0-B653-E3C6ED4B3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273" y="299603"/>
            <a:ext cx="368534" cy="36853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A81A861-E1FC-6779-0C7A-2F07646B7962}"/>
              </a:ext>
            </a:extLst>
          </p:cNvPr>
          <p:cNvSpPr txBox="1"/>
          <p:nvPr/>
        </p:nvSpPr>
        <p:spPr>
          <a:xfrm>
            <a:off x="694807" y="253037"/>
            <a:ext cx="2697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UI Mockup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6E165F-B755-8125-A283-2C87D102B5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8655" y="1200894"/>
            <a:ext cx="5510092" cy="3012119"/>
          </a:xfrm>
          <a:prstGeom prst="rect">
            <a:avLst/>
          </a:prstGeom>
        </p:spPr>
      </p:pic>
      <p:grpSp>
        <p:nvGrpSpPr>
          <p:cNvPr id="2" name="Google Shape;390;p32">
            <a:extLst>
              <a:ext uri="{FF2B5EF4-FFF2-40B4-BE49-F238E27FC236}">
                <a16:creationId xmlns:a16="http://schemas.microsoft.com/office/drawing/2014/main" id="{D5CD06E4-CC3C-D0BA-6694-6575CF672ACA}"/>
              </a:ext>
            </a:extLst>
          </p:cNvPr>
          <p:cNvGrpSpPr/>
          <p:nvPr/>
        </p:nvGrpSpPr>
        <p:grpSpPr>
          <a:xfrm>
            <a:off x="1048848" y="1016015"/>
            <a:ext cx="7046303" cy="3576305"/>
            <a:chOff x="1177450" y="241631"/>
            <a:chExt cx="6173152" cy="3616776"/>
          </a:xfrm>
        </p:grpSpPr>
        <p:sp>
          <p:nvSpPr>
            <p:cNvPr id="3" name="Google Shape;391;p32">
              <a:extLst>
                <a:ext uri="{FF2B5EF4-FFF2-40B4-BE49-F238E27FC236}">
                  <a16:creationId xmlns:a16="http://schemas.microsoft.com/office/drawing/2014/main" id="{90DE8EF5-7F15-40C9-4667-E6116951B051}"/>
                </a:ext>
              </a:extLst>
            </p:cNvPr>
            <p:cNvSpPr/>
            <p:nvPr/>
          </p:nvSpPr>
          <p:spPr>
            <a:xfrm>
              <a:off x="1682275" y="241631"/>
              <a:ext cx="5161606" cy="3454973"/>
            </a:xfrm>
            <a:custGeom>
              <a:avLst/>
              <a:gdLst/>
              <a:ahLst/>
              <a:cxnLst/>
              <a:rect l="l" t="t" r="r" b="b"/>
              <a:pathLst>
                <a:path w="5161606" h="3454973" extrusionOk="0">
                  <a:moveTo>
                    <a:pt x="4992053" y="0"/>
                  </a:moveTo>
                  <a:lnTo>
                    <a:pt x="170498" y="0"/>
                  </a:lnTo>
                  <a:cubicBezTo>
                    <a:pt x="76200" y="0"/>
                    <a:pt x="0" y="76143"/>
                    <a:pt x="0" y="170369"/>
                  </a:cubicBezTo>
                  <a:lnTo>
                    <a:pt x="0" y="3396915"/>
                  </a:lnTo>
                  <a:cubicBezTo>
                    <a:pt x="0" y="3429275"/>
                    <a:pt x="26670" y="3454973"/>
                    <a:pt x="58102" y="3454973"/>
                  </a:cubicBezTo>
                  <a:lnTo>
                    <a:pt x="5103495" y="3454973"/>
                  </a:lnTo>
                  <a:cubicBezTo>
                    <a:pt x="5135880" y="3454973"/>
                    <a:pt x="5161598" y="3428324"/>
                    <a:pt x="5161598" y="3396915"/>
                  </a:cubicBezTo>
                  <a:lnTo>
                    <a:pt x="5161598" y="170369"/>
                  </a:lnTo>
                  <a:cubicBezTo>
                    <a:pt x="5162550" y="76143"/>
                    <a:pt x="5086350" y="0"/>
                    <a:pt x="4992053" y="0"/>
                  </a:cubicBezTo>
                  <a:close/>
                  <a:moveTo>
                    <a:pt x="4981575" y="3245581"/>
                  </a:moveTo>
                  <a:lnTo>
                    <a:pt x="190500" y="3245581"/>
                  </a:lnTo>
                  <a:lnTo>
                    <a:pt x="190500" y="199874"/>
                  </a:lnTo>
                  <a:lnTo>
                    <a:pt x="4981575" y="199874"/>
                  </a:lnTo>
                  <a:lnTo>
                    <a:pt x="4981575" y="324558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50000">
                  <a:schemeClr val="accent2"/>
                </a:gs>
                <a:gs pos="100000">
                  <a:schemeClr val="accent3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Google Shape;392;p32">
              <a:extLst>
                <a:ext uri="{FF2B5EF4-FFF2-40B4-BE49-F238E27FC236}">
                  <a16:creationId xmlns:a16="http://schemas.microsoft.com/office/drawing/2014/main" id="{2F5ABAD2-665B-6C60-99E1-7C90B292EEF4}"/>
                </a:ext>
              </a:extLst>
            </p:cNvPr>
            <p:cNvSpPr/>
            <p:nvPr/>
          </p:nvSpPr>
          <p:spPr>
            <a:xfrm>
              <a:off x="1177450" y="3763229"/>
              <a:ext cx="6173152" cy="95178"/>
            </a:xfrm>
            <a:custGeom>
              <a:avLst/>
              <a:gdLst/>
              <a:ahLst/>
              <a:cxnLst/>
              <a:rect l="l" t="t" r="r" b="b"/>
              <a:pathLst>
                <a:path w="6173152" h="95178" extrusionOk="0">
                  <a:moveTo>
                    <a:pt x="0" y="0"/>
                  </a:moveTo>
                  <a:cubicBezTo>
                    <a:pt x="0" y="0"/>
                    <a:pt x="129540" y="95178"/>
                    <a:pt x="450533" y="95178"/>
                  </a:cubicBezTo>
                  <a:lnTo>
                    <a:pt x="5817870" y="95178"/>
                  </a:lnTo>
                  <a:cubicBezTo>
                    <a:pt x="5948363" y="95178"/>
                    <a:pt x="6173153" y="0"/>
                    <a:pt x="617315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393;p32">
              <a:extLst>
                <a:ext uri="{FF2B5EF4-FFF2-40B4-BE49-F238E27FC236}">
                  <a16:creationId xmlns:a16="http://schemas.microsoft.com/office/drawing/2014/main" id="{C72268B1-F049-0FEC-2E9A-0E585B7DA4A6}"/>
                </a:ext>
              </a:extLst>
            </p:cNvPr>
            <p:cNvSpPr/>
            <p:nvPr/>
          </p:nvSpPr>
          <p:spPr>
            <a:xfrm>
              <a:off x="1177450" y="3687086"/>
              <a:ext cx="6172200" cy="76142"/>
            </a:xfrm>
            <a:custGeom>
              <a:avLst/>
              <a:gdLst/>
              <a:ahLst/>
              <a:cxnLst/>
              <a:rect l="l" t="t" r="r" b="b"/>
              <a:pathLst>
                <a:path w="6172200" h="76142" extrusionOk="0">
                  <a:moveTo>
                    <a:pt x="0" y="76143"/>
                  </a:moveTo>
                  <a:lnTo>
                    <a:pt x="6172200" y="76143"/>
                  </a:lnTo>
                  <a:lnTo>
                    <a:pt x="6172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394;p32">
              <a:extLst>
                <a:ext uri="{FF2B5EF4-FFF2-40B4-BE49-F238E27FC236}">
                  <a16:creationId xmlns:a16="http://schemas.microsoft.com/office/drawing/2014/main" id="{66013860-EDE1-2B75-C665-60C82DFF46DB}"/>
                </a:ext>
              </a:extLst>
            </p:cNvPr>
            <p:cNvSpPr/>
            <p:nvPr/>
          </p:nvSpPr>
          <p:spPr>
            <a:xfrm>
              <a:off x="3806350" y="3687086"/>
              <a:ext cx="903922" cy="47589"/>
            </a:xfrm>
            <a:custGeom>
              <a:avLst/>
              <a:gdLst/>
              <a:ahLst/>
              <a:cxnLst/>
              <a:rect l="l" t="t" r="r" b="b"/>
              <a:pathLst>
                <a:path w="903922" h="47589" extrusionOk="0">
                  <a:moveTo>
                    <a:pt x="0" y="0"/>
                  </a:moveTo>
                  <a:cubicBezTo>
                    <a:pt x="0" y="0"/>
                    <a:pt x="26670" y="47589"/>
                    <a:pt x="53340" y="47589"/>
                  </a:cubicBezTo>
                  <a:lnTo>
                    <a:pt x="850582" y="47589"/>
                  </a:lnTo>
                  <a:cubicBezTo>
                    <a:pt x="877253" y="47589"/>
                    <a:pt x="903922" y="0"/>
                    <a:pt x="90392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A2A30">
                <a:alpha val="128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" name="Arrow: Left 6">
            <a:extLst>
              <a:ext uri="{FF2B5EF4-FFF2-40B4-BE49-F238E27FC236}">
                <a16:creationId xmlns:a16="http://schemas.microsoft.com/office/drawing/2014/main" id="{95A63BF2-B639-977D-865B-C75777493B35}"/>
              </a:ext>
            </a:extLst>
          </p:cNvPr>
          <p:cNvSpPr/>
          <p:nvPr/>
        </p:nvSpPr>
        <p:spPr>
          <a:xfrm rot="12674969">
            <a:off x="1191584" y="3593833"/>
            <a:ext cx="866987" cy="202499"/>
          </a:xfrm>
          <a:prstGeom prst="lef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7603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B02EF4-EAED-F6E0-B653-E3C6ED4B3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273" y="299603"/>
            <a:ext cx="368534" cy="36853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A81A861-E1FC-6779-0C7A-2F07646B7962}"/>
              </a:ext>
            </a:extLst>
          </p:cNvPr>
          <p:cNvSpPr txBox="1"/>
          <p:nvPr/>
        </p:nvSpPr>
        <p:spPr>
          <a:xfrm>
            <a:off x="694807" y="253037"/>
            <a:ext cx="2697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UI Mockup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EC8E1D-6360-033D-1919-32A95403C1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8034" y="714702"/>
            <a:ext cx="2723681" cy="421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1315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B02EF4-EAED-F6E0-B653-E3C6ED4B3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23" y="329120"/>
            <a:ext cx="368534" cy="36853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A81A861-E1FC-6779-0C7A-2F07646B7962}"/>
              </a:ext>
            </a:extLst>
          </p:cNvPr>
          <p:cNvSpPr txBox="1"/>
          <p:nvPr/>
        </p:nvSpPr>
        <p:spPr>
          <a:xfrm>
            <a:off x="739257" y="282555"/>
            <a:ext cx="2697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UI Mockup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5E3B6B-3F32-4A41-B565-4545D72AD3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006" y="1389742"/>
            <a:ext cx="7603598" cy="3061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9582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B02EF4-EAED-F6E0-B653-E3C6ED4B3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23" y="329120"/>
            <a:ext cx="368534" cy="36853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A81A861-E1FC-6779-0C7A-2F07646B7962}"/>
              </a:ext>
            </a:extLst>
          </p:cNvPr>
          <p:cNvSpPr txBox="1"/>
          <p:nvPr/>
        </p:nvSpPr>
        <p:spPr>
          <a:xfrm>
            <a:off x="739257" y="282555"/>
            <a:ext cx="2697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UI Mockup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E0B3043-E001-731F-6FD4-1A5867E3D4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799" y="1217695"/>
            <a:ext cx="5472853" cy="2995318"/>
          </a:xfrm>
          <a:prstGeom prst="rect">
            <a:avLst/>
          </a:prstGeom>
        </p:spPr>
      </p:pic>
      <p:grpSp>
        <p:nvGrpSpPr>
          <p:cNvPr id="5" name="Google Shape;390;p32">
            <a:extLst>
              <a:ext uri="{FF2B5EF4-FFF2-40B4-BE49-F238E27FC236}">
                <a16:creationId xmlns:a16="http://schemas.microsoft.com/office/drawing/2014/main" id="{2369420A-6FED-B51A-7F88-B5CD56F21B17}"/>
              </a:ext>
            </a:extLst>
          </p:cNvPr>
          <p:cNvGrpSpPr/>
          <p:nvPr/>
        </p:nvGrpSpPr>
        <p:grpSpPr>
          <a:xfrm>
            <a:off x="1048848" y="1016015"/>
            <a:ext cx="7046303" cy="3576305"/>
            <a:chOff x="1177450" y="241631"/>
            <a:chExt cx="6173152" cy="3616776"/>
          </a:xfrm>
        </p:grpSpPr>
        <p:sp>
          <p:nvSpPr>
            <p:cNvPr id="6" name="Google Shape;391;p32">
              <a:extLst>
                <a:ext uri="{FF2B5EF4-FFF2-40B4-BE49-F238E27FC236}">
                  <a16:creationId xmlns:a16="http://schemas.microsoft.com/office/drawing/2014/main" id="{DE562A9F-D991-231D-9116-F32CAA194E94}"/>
                </a:ext>
              </a:extLst>
            </p:cNvPr>
            <p:cNvSpPr/>
            <p:nvPr/>
          </p:nvSpPr>
          <p:spPr>
            <a:xfrm>
              <a:off x="1682275" y="241631"/>
              <a:ext cx="5161606" cy="3454973"/>
            </a:xfrm>
            <a:custGeom>
              <a:avLst/>
              <a:gdLst/>
              <a:ahLst/>
              <a:cxnLst/>
              <a:rect l="l" t="t" r="r" b="b"/>
              <a:pathLst>
                <a:path w="5161606" h="3454973" extrusionOk="0">
                  <a:moveTo>
                    <a:pt x="4992053" y="0"/>
                  </a:moveTo>
                  <a:lnTo>
                    <a:pt x="170498" y="0"/>
                  </a:lnTo>
                  <a:cubicBezTo>
                    <a:pt x="76200" y="0"/>
                    <a:pt x="0" y="76143"/>
                    <a:pt x="0" y="170369"/>
                  </a:cubicBezTo>
                  <a:lnTo>
                    <a:pt x="0" y="3396915"/>
                  </a:lnTo>
                  <a:cubicBezTo>
                    <a:pt x="0" y="3429275"/>
                    <a:pt x="26670" y="3454973"/>
                    <a:pt x="58102" y="3454973"/>
                  </a:cubicBezTo>
                  <a:lnTo>
                    <a:pt x="5103495" y="3454973"/>
                  </a:lnTo>
                  <a:cubicBezTo>
                    <a:pt x="5135880" y="3454973"/>
                    <a:pt x="5161598" y="3428324"/>
                    <a:pt x="5161598" y="3396915"/>
                  </a:cubicBezTo>
                  <a:lnTo>
                    <a:pt x="5161598" y="170369"/>
                  </a:lnTo>
                  <a:cubicBezTo>
                    <a:pt x="5162550" y="76143"/>
                    <a:pt x="5086350" y="0"/>
                    <a:pt x="4992053" y="0"/>
                  </a:cubicBezTo>
                  <a:close/>
                  <a:moveTo>
                    <a:pt x="4981575" y="3245581"/>
                  </a:moveTo>
                  <a:lnTo>
                    <a:pt x="190500" y="3245581"/>
                  </a:lnTo>
                  <a:lnTo>
                    <a:pt x="190500" y="199874"/>
                  </a:lnTo>
                  <a:lnTo>
                    <a:pt x="4981575" y="199874"/>
                  </a:lnTo>
                  <a:lnTo>
                    <a:pt x="4981575" y="324558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50000">
                  <a:schemeClr val="accent2"/>
                </a:gs>
                <a:gs pos="100000">
                  <a:schemeClr val="accent3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392;p32">
              <a:extLst>
                <a:ext uri="{FF2B5EF4-FFF2-40B4-BE49-F238E27FC236}">
                  <a16:creationId xmlns:a16="http://schemas.microsoft.com/office/drawing/2014/main" id="{B86FE049-18E5-BA4E-3E76-DFEA9811FB44}"/>
                </a:ext>
              </a:extLst>
            </p:cNvPr>
            <p:cNvSpPr/>
            <p:nvPr/>
          </p:nvSpPr>
          <p:spPr>
            <a:xfrm>
              <a:off x="1177450" y="3763229"/>
              <a:ext cx="6173152" cy="95178"/>
            </a:xfrm>
            <a:custGeom>
              <a:avLst/>
              <a:gdLst/>
              <a:ahLst/>
              <a:cxnLst/>
              <a:rect l="l" t="t" r="r" b="b"/>
              <a:pathLst>
                <a:path w="6173152" h="95178" extrusionOk="0">
                  <a:moveTo>
                    <a:pt x="0" y="0"/>
                  </a:moveTo>
                  <a:cubicBezTo>
                    <a:pt x="0" y="0"/>
                    <a:pt x="129540" y="95178"/>
                    <a:pt x="450533" y="95178"/>
                  </a:cubicBezTo>
                  <a:lnTo>
                    <a:pt x="5817870" y="95178"/>
                  </a:lnTo>
                  <a:cubicBezTo>
                    <a:pt x="5948363" y="95178"/>
                    <a:pt x="6173153" y="0"/>
                    <a:pt x="617315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393;p32">
              <a:extLst>
                <a:ext uri="{FF2B5EF4-FFF2-40B4-BE49-F238E27FC236}">
                  <a16:creationId xmlns:a16="http://schemas.microsoft.com/office/drawing/2014/main" id="{4D71C7B2-3C54-E561-CD2D-65AB78C1B5AF}"/>
                </a:ext>
              </a:extLst>
            </p:cNvPr>
            <p:cNvSpPr/>
            <p:nvPr/>
          </p:nvSpPr>
          <p:spPr>
            <a:xfrm>
              <a:off x="1177450" y="3687086"/>
              <a:ext cx="6172200" cy="76142"/>
            </a:xfrm>
            <a:custGeom>
              <a:avLst/>
              <a:gdLst/>
              <a:ahLst/>
              <a:cxnLst/>
              <a:rect l="l" t="t" r="r" b="b"/>
              <a:pathLst>
                <a:path w="6172200" h="76142" extrusionOk="0">
                  <a:moveTo>
                    <a:pt x="0" y="76143"/>
                  </a:moveTo>
                  <a:lnTo>
                    <a:pt x="6172200" y="76143"/>
                  </a:lnTo>
                  <a:lnTo>
                    <a:pt x="6172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394;p32">
              <a:extLst>
                <a:ext uri="{FF2B5EF4-FFF2-40B4-BE49-F238E27FC236}">
                  <a16:creationId xmlns:a16="http://schemas.microsoft.com/office/drawing/2014/main" id="{5F044EA5-D2E9-87F5-F908-B923B9883CFB}"/>
                </a:ext>
              </a:extLst>
            </p:cNvPr>
            <p:cNvSpPr/>
            <p:nvPr/>
          </p:nvSpPr>
          <p:spPr>
            <a:xfrm>
              <a:off x="3806350" y="3687086"/>
              <a:ext cx="903922" cy="47589"/>
            </a:xfrm>
            <a:custGeom>
              <a:avLst/>
              <a:gdLst/>
              <a:ahLst/>
              <a:cxnLst/>
              <a:rect l="l" t="t" r="r" b="b"/>
              <a:pathLst>
                <a:path w="903922" h="47589" extrusionOk="0">
                  <a:moveTo>
                    <a:pt x="0" y="0"/>
                  </a:moveTo>
                  <a:cubicBezTo>
                    <a:pt x="0" y="0"/>
                    <a:pt x="26670" y="47589"/>
                    <a:pt x="53340" y="47589"/>
                  </a:cubicBezTo>
                  <a:lnTo>
                    <a:pt x="850582" y="47589"/>
                  </a:lnTo>
                  <a:cubicBezTo>
                    <a:pt x="877253" y="47589"/>
                    <a:pt x="903922" y="0"/>
                    <a:pt x="90392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A2A30">
                <a:alpha val="128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" name="Arrow: Left 9">
            <a:extLst>
              <a:ext uri="{FF2B5EF4-FFF2-40B4-BE49-F238E27FC236}">
                <a16:creationId xmlns:a16="http://schemas.microsoft.com/office/drawing/2014/main" id="{575E31A4-A6CA-EBB5-E693-B3F8E67EAF25}"/>
              </a:ext>
            </a:extLst>
          </p:cNvPr>
          <p:cNvSpPr/>
          <p:nvPr/>
        </p:nvSpPr>
        <p:spPr>
          <a:xfrm rot="19532709">
            <a:off x="7021980" y="3528292"/>
            <a:ext cx="866987" cy="202499"/>
          </a:xfrm>
          <a:prstGeom prst="lef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1181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28</a:t>
            </a:fld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B02EF4-EAED-F6E0-B653-E3C6ED4B3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23" y="329120"/>
            <a:ext cx="368534" cy="36853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A81A861-E1FC-6779-0C7A-2F07646B7962}"/>
              </a:ext>
            </a:extLst>
          </p:cNvPr>
          <p:cNvSpPr txBox="1"/>
          <p:nvPr/>
        </p:nvSpPr>
        <p:spPr>
          <a:xfrm>
            <a:off x="739257" y="282555"/>
            <a:ext cx="2697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UI Mockup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30D19E-F0AB-90A7-AEBC-138C46C6E0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1627" y="1234803"/>
            <a:ext cx="5500744" cy="29828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2A5D8A0-89B4-2A8B-EBE0-B695E14038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0427" y="2119337"/>
            <a:ext cx="1692040" cy="562903"/>
          </a:xfrm>
          <a:prstGeom prst="rect">
            <a:avLst/>
          </a:prstGeom>
        </p:spPr>
      </p:pic>
      <p:grpSp>
        <p:nvGrpSpPr>
          <p:cNvPr id="10" name="Google Shape;390;p32">
            <a:extLst>
              <a:ext uri="{FF2B5EF4-FFF2-40B4-BE49-F238E27FC236}">
                <a16:creationId xmlns:a16="http://schemas.microsoft.com/office/drawing/2014/main" id="{CB27D483-B634-A374-0D48-72489D6D64EF}"/>
              </a:ext>
            </a:extLst>
          </p:cNvPr>
          <p:cNvGrpSpPr/>
          <p:nvPr/>
        </p:nvGrpSpPr>
        <p:grpSpPr>
          <a:xfrm>
            <a:off x="1048848" y="1022788"/>
            <a:ext cx="7046303" cy="3576305"/>
            <a:chOff x="1177450" y="241631"/>
            <a:chExt cx="6173152" cy="3616776"/>
          </a:xfrm>
        </p:grpSpPr>
        <p:sp>
          <p:nvSpPr>
            <p:cNvPr id="11" name="Google Shape;391;p32">
              <a:extLst>
                <a:ext uri="{FF2B5EF4-FFF2-40B4-BE49-F238E27FC236}">
                  <a16:creationId xmlns:a16="http://schemas.microsoft.com/office/drawing/2014/main" id="{538A1B2E-5A46-F801-058A-D79BF22A099A}"/>
                </a:ext>
              </a:extLst>
            </p:cNvPr>
            <p:cNvSpPr/>
            <p:nvPr/>
          </p:nvSpPr>
          <p:spPr>
            <a:xfrm>
              <a:off x="1682275" y="241631"/>
              <a:ext cx="5161606" cy="3454973"/>
            </a:xfrm>
            <a:custGeom>
              <a:avLst/>
              <a:gdLst/>
              <a:ahLst/>
              <a:cxnLst/>
              <a:rect l="l" t="t" r="r" b="b"/>
              <a:pathLst>
                <a:path w="5161606" h="3454973" extrusionOk="0">
                  <a:moveTo>
                    <a:pt x="4992053" y="0"/>
                  </a:moveTo>
                  <a:lnTo>
                    <a:pt x="170498" y="0"/>
                  </a:lnTo>
                  <a:cubicBezTo>
                    <a:pt x="76200" y="0"/>
                    <a:pt x="0" y="76143"/>
                    <a:pt x="0" y="170369"/>
                  </a:cubicBezTo>
                  <a:lnTo>
                    <a:pt x="0" y="3396915"/>
                  </a:lnTo>
                  <a:cubicBezTo>
                    <a:pt x="0" y="3429275"/>
                    <a:pt x="26670" y="3454973"/>
                    <a:pt x="58102" y="3454973"/>
                  </a:cubicBezTo>
                  <a:lnTo>
                    <a:pt x="5103495" y="3454973"/>
                  </a:lnTo>
                  <a:cubicBezTo>
                    <a:pt x="5135880" y="3454973"/>
                    <a:pt x="5161598" y="3428324"/>
                    <a:pt x="5161598" y="3396915"/>
                  </a:cubicBezTo>
                  <a:lnTo>
                    <a:pt x="5161598" y="170369"/>
                  </a:lnTo>
                  <a:cubicBezTo>
                    <a:pt x="5162550" y="76143"/>
                    <a:pt x="5086350" y="0"/>
                    <a:pt x="4992053" y="0"/>
                  </a:cubicBezTo>
                  <a:close/>
                  <a:moveTo>
                    <a:pt x="4981575" y="3245581"/>
                  </a:moveTo>
                  <a:lnTo>
                    <a:pt x="190500" y="3245581"/>
                  </a:lnTo>
                  <a:lnTo>
                    <a:pt x="190500" y="199874"/>
                  </a:lnTo>
                  <a:lnTo>
                    <a:pt x="4981575" y="199874"/>
                  </a:lnTo>
                  <a:lnTo>
                    <a:pt x="4981575" y="3245581"/>
                  </a:lnTo>
                  <a:close/>
                </a:path>
              </a:pathLst>
            </a:custGeom>
            <a:gradFill>
              <a:gsLst>
                <a:gs pos="0">
                  <a:schemeClr val="accent1"/>
                </a:gs>
                <a:gs pos="50000">
                  <a:schemeClr val="accent2"/>
                </a:gs>
                <a:gs pos="100000">
                  <a:schemeClr val="accent3"/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392;p32">
              <a:extLst>
                <a:ext uri="{FF2B5EF4-FFF2-40B4-BE49-F238E27FC236}">
                  <a16:creationId xmlns:a16="http://schemas.microsoft.com/office/drawing/2014/main" id="{AA2CCF0B-03BA-6C43-83F2-D1454268A6EF}"/>
                </a:ext>
              </a:extLst>
            </p:cNvPr>
            <p:cNvSpPr/>
            <p:nvPr/>
          </p:nvSpPr>
          <p:spPr>
            <a:xfrm>
              <a:off x="1177450" y="3763229"/>
              <a:ext cx="6173152" cy="95178"/>
            </a:xfrm>
            <a:custGeom>
              <a:avLst/>
              <a:gdLst/>
              <a:ahLst/>
              <a:cxnLst/>
              <a:rect l="l" t="t" r="r" b="b"/>
              <a:pathLst>
                <a:path w="6173152" h="95178" extrusionOk="0">
                  <a:moveTo>
                    <a:pt x="0" y="0"/>
                  </a:moveTo>
                  <a:cubicBezTo>
                    <a:pt x="0" y="0"/>
                    <a:pt x="129540" y="95178"/>
                    <a:pt x="450533" y="95178"/>
                  </a:cubicBezTo>
                  <a:lnTo>
                    <a:pt x="5817870" y="95178"/>
                  </a:lnTo>
                  <a:cubicBezTo>
                    <a:pt x="5948363" y="95178"/>
                    <a:pt x="6173153" y="0"/>
                    <a:pt x="617315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393;p32">
              <a:extLst>
                <a:ext uri="{FF2B5EF4-FFF2-40B4-BE49-F238E27FC236}">
                  <a16:creationId xmlns:a16="http://schemas.microsoft.com/office/drawing/2014/main" id="{F741BE1E-257E-3900-51AB-78BAE5FA8A6A}"/>
                </a:ext>
              </a:extLst>
            </p:cNvPr>
            <p:cNvSpPr/>
            <p:nvPr/>
          </p:nvSpPr>
          <p:spPr>
            <a:xfrm>
              <a:off x="1177450" y="3687086"/>
              <a:ext cx="6172200" cy="76142"/>
            </a:xfrm>
            <a:custGeom>
              <a:avLst/>
              <a:gdLst/>
              <a:ahLst/>
              <a:cxnLst/>
              <a:rect l="l" t="t" r="r" b="b"/>
              <a:pathLst>
                <a:path w="6172200" h="76142" extrusionOk="0">
                  <a:moveTo>
                    <a:pt x="0" y="76143"/>
                  </a:moveTo>
                  <a:lnTo>
                    <a:pt x="6172200" y="76143"/>
                  </a:lnTo>
                  <a:lnTo>
                    <a:pt x="61722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394;p32">
              <a:extLst>
                <a:ext uri="{FF2B5EF4-FFF2-40B4-BE49-F238E27FC236}">
                  <a16:creationId xmlns:a16="http://schemas.microsoft.com/office/drawing/2014/main" id="{EF2113A4-E371-3B2F-A5B8-BB3C0EC9C3D1}"/>
                </a:ext>
              </a:extLst>
            </p:cNvPr>
            <p:cNvSpPr/>
            <p:nvPr/>
          </p:nvSpPr>
          <p:spPr>
            <a:xfrm>
              <a:off x="3806350" y="3687086"/>
              <a:ext cx="903922" cy="47589"/>
            </a:xfrm>
            <a:custGeom>
              <a:avLst/>
              <a:gdLst/>
              <a:ahLst/>
              <a:cxnLst/>
              <a:rect l="l" t="t" r="r" b="b"/>
              <a:pathLst>
                <a:path w="903922" h="47589" extrusionOk="0">
                  <a:moveTo>
                    <a:pt x="0" y="0"/>
                  </a:moveTo>
                  <a:cubicBezTo>
                    <a:pt x="0" y="0"/>
                    <a:pt x="26670" y="47589"/>
                    <a:pt x="53340" y="47589"/>
                  </a:cubicBezTo>
                  <a:lnTo>
                    <a:pt x="850582" y="47589"/>
                  </a:lnTo>
                  <a:cubicBezTo>
                    <a:pt x="877253" y="47589"/>
                    <a:pt x="903922" y="0"/>
                    <a:pt x="903922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1A2A30">
                <a:alpha val="1285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32850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29</a:t>
            </a:fld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B02EF4-EAED-F6E0-B653-E3C6ED4B3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23" y="329120"/>
            <a:ext cx="368534" cy="36853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A81A861-E1FC-6779-0C7A-2F07646B7962}"/>
              </a:ext>
            </a:extLst>
          </p:cNvPr>
          <p:cNvSpPr txBox="1"/>
          <p:nvPr/>
        </p:nvSpPr>
        <p:spPr>
          <a:xfrm>
            <a:off x="739257" y="282555"/>
            <a:ext cx="2697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UI Mockup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0CB88F-6317-2DC8-4BBE-C4111F133C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1341" y="914400"/>
            <a:ext cx="3832446" cy="39465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4FFFC72-CC1F-9958-2B06-47CD60120F8E}"/>
              </a:ext>
            </a:extLst>
          </p:cNvPr>
          <p:cNvSpPr txBox="1"/>
          <p:nvPr/>
        </p:nvSpPr>
        <p:spPr>
          <a:xfrm>
            <a:off x="6583679" y="2263973"/>
            <a:ext cx="17326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Email Received</a:t>
            </a:r>
          </a:p>
        </p:txBody>
      </p:sp>
    </p:spTree>
    <p:extLst>
      <p:ext uri="{BB962C8B-B14F-4D97-AF65-F5344CB8AC3E}">
        <p14:creationId xmlns:p14="http://schemas.microsoft.com/office/powerpoint/2010/main" val="26191893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30</a:t>
            </a:fld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B02EF4-EAED-F6E0-B653-E3C6ED4B3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723" y="329120"/>
            <a:ext cx="368534" cy="36853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A81A861-E1FC-6779-0C7A-2F07646B7962}"/>
              </a:ext>
            </a:extLst>
          </p:cNvPr>
          <p:cNvSpPr txBox="1"/>
          <p:nvPr/>
        </p:nvSpPr>
        <p:spPr>
          <a:xfrm>
            <a:off x="739257" y="282555"/>
            <a:ext cx="2697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Flask API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5893EF-287F-BCE3-8A07-431CCA8CDA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3825" y="898109"/>
            <a:ext cx="4214434" cy="236008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84F4CBC-F14C-E180-50E0-1B9A413DB883}"/>
              </a:ext>
            </a:extLst>
          </p:cNvPr>
          <p:cNvSpPr/>
          <p:nvPr/>
        </p:nvSpPr>
        <p:spPr>
          <a:xfrm>
            <a:off x="3803228" y="2943948"/>
            <a:ext cx="1415627" cy="29762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83DDFF-CF7C-79E3-4E25-73BAD23BAE32}"/>
              </a:ext>
            </a:extLst>
          </p:cNvPr>
          <p:cNvSpPr txBox="1"/>
          <p:nvPr/>
        </p:nvSpPr>
        <p:spPr>
          <a:xfrm>
            <a:off x="739256" y="4003634"/>
            <a:ext cx="10082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13500.00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892EAFE-EC39-18CE-E6EE-E35DFA5C17A6}"/>
              </a:ext>
            </a:extLst>
          </p:cNvPr>
          <p:cNvCxnSpPr>
            <a:cxnSpLocks/>
            <a:stCxn id="11" idx="3"/>
            <a:endCxn id="14" idx="1"/>
          </p:cNvCxnSpPr>
          <p:nvPr/>
        </p:nvCxnSpPr>
        <p:spPr>
          <a:xfrm>
            <a:off x="1747519" y="4157523"/>
            <a:ext cx="15917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71FD032-EA78-EBB2-055A-1F47BDFCD666}"/>
              </a:ext>
            </a:extLst>
          </p:cNvPr>
          <p:cNvSpPr txBox="1"/>
          <p:nvPr/>
        </p:nvSpPr>
        <p:spPr>
          <a:xfrm>
            <a:off x="3339252" y="4003634"/>
            <a:ext cx="12327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Flask API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5165428-EBBA-02EC-5834-573704FE9279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4534745" y="4148850"/>
            <a:ext cx="1351283" cy="173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BC4D0F0-6A69-90B2-935E-4BE0F5DC6D36}"/>
              </a:ext>
            </a:extLst>
          </p:cNvPr>
          <p:cNvSpPr txBox="1"/>
          <p:nvPr/>
        </p:nvSpPr>
        <p:spPr>
          <a:xfrm>
            <a:off x="5886028" y="3904584"/>
            <a:ext cx="2072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as-IN" dirty="0"/>
              <a:t>কথায়: তেরো হাজার পাঁচশত  টাকা মাত্র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EE9638-FD4D-6E97-7A34-5F34C60B82D5}"/>
              </a:ext>
            </a:extLst>
          </p:cNvPr>
          <p:cNvSpPr txBox="1"/>
          <p:nvPr/>
        </p:nvSpPr>
        <p:spPr>
          <a:xfrm>
            <a:off x="3095413" y="3379893"/>
            <a:ext cx="271271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Ref: https://flask.palletsprojects.com/en/3.0.x/api/</a:t>
            </a:r>
          </a:p>
        </p:txBody>
      </p:sp>
    </p:spTree>
    <p:extLst>
      <p:ext uri="{BB962C8B-B14F-4D97-AF65-F5344CB8AC3E}">
        <p14:creationId xmlns:p14="http://schemas.microsoft.com/office/powerpoint/2010/main" val="22909618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31</a:t>
            </a:fld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B02EF4-EAED-F6E0-B653-E3C6ED4B3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273" y="299603"/>
            <a:ext cx="368534" cy="36853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A81A861-E1FC-6779-0C7A-2F07646B7962}"/>
              </a:ext>
            </a:extLst>
          </p:cNvPr>
          <p:cNvSpPr txBox="1"/>
          <p:nvPr/>
        </p:nvSpPr>
        <p:spPr>
          <a:xfrm>
            <a:off x="694807" y="253037"/>
            <a:ext cx="22189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Sustainability: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9C1F30-D262-FDB7-C2CF-2E114FD79B55}"/>
              </a:ext>
            </a:extLst>
          </p:cNvPr>
          <p:cNvSpPr txBox="1"/>
          <p:nvPr/>
        </p:nvSpPr>
        <p:spPr>
          <a:xfrm>
            <a:off x="812800" y="880533"/>
            <a:ext cx="7728373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500" b="1" dirty="0"/>
              <a:t>Reduced Paper Usage</a:t>
            </a:r>
            <a:r>
              <a:rPr lang="en-US" sz="1100" b="1" dirty="0"/>
              <a:t>: </a:t>
            </a:r>
            <a:r>
              <a:rPr lang="en-US" sz="1100" dirty="0"/>
              <a:t> By automating the billing process and sending notifications via email, </a:t>
            </a:r>
            <a:r>
              <a:rPr lang="en-US" sz="1100" dirty="0" err="1"/>
              <a:t>BillForge</a:t>
            </a:r>
            <a:r>
              <a:rPr lang="en-US" sz="1100" dirty="0"/>
              <a:t> significantly reduces the need for paper-based invoices, contributing to paper conservation and reducing environmental </a:t>
            </a:r>
            <a:r>
              <a:rPr lang="en-US" sz="1100"/>
              <a:t>impact.</a:t>
            </a:r>
          </a:p>
          <a:p>
            <a:endParaRPr lang="en-US" sz="11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500" b="1" dirty="0"/>
              <a:t>Long-Term Cost Savings: </a:t>
            </a:r>
            <a:r>
              <a:rPr lang="en-US" sz="1100" dirty="0"/>
              <a:t>By streamlining billing processes and reducing errors, </a:t>
            </a:r>
            <a:r>
              <a:rPr lang="en-US" sz="1100" dirty="0" err="1"/>
              <a:t>BillForge</a:t>
            </a:r>
            <a:r>
              <a:rPr lang="en-US" sz="1100" dirty="0"/>
              <a:t> helps institutions like KUET save resources in the long term, both financially and environmentally.</a:t>
            </a:r>
          </a:p>
          <a:p>
            <a:endParaRPr lang="en-US" sz="15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500" b="1" dirty="0"/>
              <a:t>Remote Accessibility: </a:t>
            </a:r>
            <a:r>
              <a:rPr lang="en-US" sz="1100" dirty="0"/>
              <a:t>By providing cloud-based or remote access options, </a:t>
            </a:r>
            <a:r>
              <a:rPr lang="en-US" sz="1100" dirty="0" err="1"/>
              <a:t>BillForge</a:t>
            </a:r>
            <a:r>
              <a:rPr lang="en-US" sz="1100" dirty="0"/>
              <a:t> reduces the need for physical travel to access billing information, thereby cutting down on transportation-related emissions and promoting remote work practices.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1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500" b="1" dirty="0"/>
              <a:t>Feedback and Improvement: </a:t>
            </a:r>
            <a:r>
              <a:rPr lang="en-US" sz="1100" dirty="0"/>
              <a:t>Continuously gathering feedback from users allows for ongoing improvement of the application, including sustainability considerations in future updates and versions.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1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500" b="1" dirty="0"/>
              <a:t>Partnerships and Collaborations: </a:t>
            </a:r>
            <a:r>
              <a:rPr lang="en-US" sz="1100" dirty="0"/>
              <a:t>Partnering with environmentally conscious organizations and integrating with sustainable platforms or services can further enhance </a:t>
            </a:r>
            <a:r>
              <a:rPr lang="en-US" sz="1100" dirty="0" err="1"/>
              <a:t>BillForge's</a:t>
            </a:r>
            <a:r>
              <a:rPr lang="en-US" sz="1100" dirty="0"/>
              <a:t> sustainability credentials.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97039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32</a:t>
            </a:fld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B02EF4-EAED-F6E0-B653-E3C6ED4B3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273" y="299603"/>
            <a:ext cx="368534" cy="36853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A81A861-E1FC-6779-0C7A-2F07646B7962}"/>
              </a:ext>
            </a:extLst>
          </p:cNvPr>
          <p:cNvSpPr txBox="1"/>
          <p:nvPr/>
        </p:nvSpPr>
        <p:spPr>
          <a:xfrm>
            <a:off x="694808" y="253037"/>
            <a:ext cx="1912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Constraints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9C1F30-D262-FDB7-C2CF-2E114FD79B55}"/>
              </a:ext>
            </a:extLst>
          </p:cNvPr>
          <p:cNvSpPr txBox="1"/>
          <p:nvPr/>
        </p:nvSpPr>
        <p:spPr>
          <a:xfrm>
            <a:off x="812800" y="880533"/>
            <a:ext cx="7728373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500" b="1" dirty="0"/>
              <a:t>Scope</a:t>
            </a:r>
            <a:r>
              <a:rPr lang="en-US" sz="1500" dirty="0"/>
              <a:t>: Teacher-centric, semester focused</a:t>
            </a:r>
          </a:p>
          <a:p>
            <a:endParaRPr lang="en-US" sz="15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500" b="1" dirty="0"/>
              <a:t>Data Reliance</a:t>
            </a:r>
            <a:r>
              <a:rPr lang="en-US" sz="1500" dirty="0"/>
              <a:t>: Pre-formatted files, manual entry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5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500" b="1" dirty="0"/>
              <a:t>Integration Hurdles</a:t>
            </a:r>
            <a:r>
              <a:rPr lang="en-US" sz="1500" dirty="0"/>
              <a:t>: Requires development, potential compatibility issues (version based)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5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500" b="1" dirty="0"/>
              <a:t>Adoption Challenges</a:t>
            </a:r>
            <a:r>
              <a:rPr lang="en-US" sz="1500" dirty="0"/>
              <a:t>: Training demands</a:t>
            </a:r>
          </a:p>
          <a:p>
            <a:endParaRPr lang="en-US" sz="15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500" b="1" dirty="0"/>
              <a:t>Technical constraints</a:t>
            </a:r>
            <a:r>
              <a:rPr lang="en-US" sz="1500" dirty="0"/>
              <a:t>: Maintenance dependence, uncertain funding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5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500" b="1" dirty="0"/>
              <a:t>Ethical Concerns</a:t>
            </a:r>
            <a:r>
              <a:rPr lang="en-US" sz="1500" dirty="0"/>
              <a:t>: Data privacy &amp; security for sensitive teacher information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816639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33</a:t>
            </a:fld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9B02EF4-EAED-F6E0-B653-E3C6ED4B3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273" y="299603"/>
            <a:ext cx="368534" cy="368534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A81A861-E1FC-6779-0C7A-2F07646B7962}"/>
              </a:ext>
            </a:extLst>
          </p:cNvPr>
          <p:cNvSpPr txBox="1"/>
          <p:nvPr/>
        </p:nvSpPr>
        <p:spPr>
          <a:xfrm>
            <a:off x="694807" y="253037"/>
            <a:ext cx="18248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Future Plans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E436D5-1C29-A143-041A-4CAA20C1BCA5}"/>
              </a:ext>
            </a:extLst>
          </p:cNvPr>
          <p:cNvSpPr txBox="1"/>
          <p:nvPr/>
        </p:nvSpPr>
        <p:spPr>
          <a:xfrm>
            <a:off x="593207" y="1134221"/>
            <a:ext cx="764316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Beyond Teachers</a:t>
            </a:r>
            <a:r>
              <a:rPr lang="en-US" dirty="0"/>
              <a:t>: Expand to specific exam types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Smarter Data</a:t>
            </a:r>
            <a:r>
              <a:rPr lang="en-US" dirty="0"/>
              <a:t>: Automate extraction, handle diverse formats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Flexible &amp; Adaptable</a:t>
            </a:r>
            <a:r>
              <a:rPr lang="en-US" dirty="0"/>
              <a:t>: Allow customization for departments and workflows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Seamless Integration</a:t>
            </a:r>
            <a:r>
              <a:rPr lang="en-US" dirty="0"/>
              <a:t>: Integrate with KUET’s financial systems, data flows freely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User Preference</a:t>
            </a:r>
            <a:r>
              <a:rPr lang="en-US" dirty="0"/>
              <a:t>: Train, address concerns, offer ongoing support and feedback loops.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Tech Evolution</a:t>
            </a:r>
            <a:r>
              <a:rPr lang="en-US" dirty="0"/>
              <a:t>: Explore web/mobile apps, cloud storage, user-friendly interfaces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b="1" dirty="0"/>
              <a:t>Secure &amp; Sustainable</a:t>
            </a:r>
            <a:r>
              <a:rPr lang="en-US" dirty="0"/>
              <a:t>: Long-term funding, dedicated team, regular updates, ethical data practices.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6146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9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34</a:t>
            </a:fld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AF2307-AEAA-2AD6-0C6E-9C18FAC947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748" y="181812"/>
            <a:ext cx="306573" cy="30657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FCB70C-DB66-06F2-47F3-2BBCDF9FFEBD}"/>
              </a:ext>
            </a:extLst>
          </p:cNvPr>
          <p:cNvSpPr txBox="1"/>
          <p:nvPr/>
        </p:nvSpPr>
        <p:spPr>
          <a:xfrm>
            <a:off x="647321" y="104267"/>
            <a:ext cx="27668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Technologies Used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D39E50-1676-92E1-6D7A-DF2D7FA9E22E}"/>
              </a:ext>
            </a:extLst>
          </p:cNvPr>
          <p:cNvSpPr txBox="1"/>
          <p:nvPr/>
        </p:nvSpPr>
        <p:spPr>
          <a:xfrm>
            <a:off x="1464699" y="565932"/>
            <a:ext cx="8142852" cy="4905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Abadi" panose="020B0604020104020204" pitchFamily="34" charset="0"/>
              </a:rPr>
              <a:t>Python OOP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Abadi" panose="020B0604020104020204" pitchFamily="34" charset="0"/>
              </a:rPr>
              <a:t>SQLite Database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Abadi" panose="020B0604020104020204" pitchFamily="34" charset="0"/>
              </a:rPr>
              <a:t>Python-docx Library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 err="1">
                <a:latin typeface="Abadi" panose="020B0604020104020204" pitchFamily="34" charset="0"/>
              </a:rPr>
              <a:t>OpenPyXL</a:t>
            </a:r>
            <a:r>
              <a:rPr lang="en-US" dirty="0">
                <a:latin typeface="Abadi" panose="020B0604020104020204" pitchFamily="34" charset="0"/>
              </a:rPr>
              <a:t> Library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 err="1">
                <a:latin typeface="Abadi" panose="020B0604020104020204" pitchFamily="34" charset="0"/>
              </a:rPr>
              <a:t>Tkinter</a:t>
            </a:r>
            <a:r>
              <a:rPr lang="en-US" dirty="0">
                <a:latin typeface="Abadi" panose="020B0604020104020204" pitchFamily="34" charset="0"/>
              </a:rPr>
              <a:t> Library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Abadi" panose="020B0604020104020204" pitchFamily="34" charset="0"/>
              </a:rPr>
              <a:t>Doc2txt Library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Abadi" panose="020B0604020104020204" pitchFamily="34" charset="0"/>
              </a:rPr>
              <a:t>Figma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Abadi" panose="020B0604020104020204" pitchFamily="34" charset="0"/>
              </a:rPr>
              <a:t>Custom Build Flask API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Abadi" panose="020B0604020104020204" pitchFamily="34" charset="0"/>
              </a:rPr>
              <a:t>Google Translator API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Abadi" panose="020B0604020104020204" pitchFamily="34" charset="0"/>
              </a:rPr>
              <a:t>Figma API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Abadi" panose="020B0604020104020204" pitchFamily="34" charset="0"/>
              </a:rPr>
              <a:t>Modularization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Abadi" panose="020B0604020104020204" pitchFamily="34" charset="0"/>
              </a:rPr>
              <a:t>SMTP Library Module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Abadi" panose="020B0604020104020204" pitchFamily="34" charset="0"/>
              </a:rPr>
              <a:t>Various other modules and libraries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dirty="0">
              <a:latin typeface="Abadi" panose="020B0604020104020204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dirty="0">
              <a:latin typeface="Abadi" panose="020B0604020104020204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DC512B4-3268-0E2E-68D6-6D5C54840D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1" y="1065890"/>
            <a:ext cx="4443306" cy="283555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/>
            </a:gs>
            <a:gs pos="100000">
              <a:schemeClr val="dk1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41"/>
          <p:cNvSpPr txBox="1">
            <a:spLocks noGrp="1"/>
          </p:cNvSpPr>
          <p:nvPr>
            <p:ph type="sldNum" idx="12"/>
          </p:nvPr>
        </p:nvSpPr>
        <p:spPr>
          <a:xfrm>
            <a:off x="8404384" y="46736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35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B105E1-BD98-CEC4-5EF2-CDAECAD9403F}"/>
              </a:ext>
            </a:extLst>
          </p:cNvPr>
          <p:cNvSpPr/>
          <p:nvPr/>
        </p:nvSpPr>
        <p:spPr>
          <a:xfrm>
            <a:off x="257387" y="250612"/>
            <a:ext cx="8575040" cy="450426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6FED03-F995-35E6-CA24-DA7F834700EC}"/>
              </a:ext>
            </a:extLst>
          </p:cNvPr>
          <p:cNvSpPr txBox="1"/>
          <p:nvPr/>
        </p:nvSpPr>
        <p:spPr>
          <a:xfrm>
            <a:off x="870985" y="397570"/>
            <a:ext cx="370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Display" panose="020B00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B9AAF90-EBC1-630E-ADA8-F94E85C4C3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492" y="490701"/>
            <a:ext cx="368534" cy="36853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7135219-7C85-3D23-EF61-C9A846A41877}"/>
              </a:ext>
            </a:extLst>
          </p:cNvPr>
          <p:cNvSpPr txBox="1"/>
          <p:nvPr/>
        </p:nvSpPr>
        <p:spPr>
          <a:xfrm>
            <a:off x="806026" y="1070187"/>
            <a:ext cx="7598358" cy="3476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dirty="0">
                <a:effectLst/>
                <a:latin typeface="+mn-lt"/>
                <a:ea typeface="Calibri" panose="020F0502020204030204" pitchFamily="34" charset="0"/>
              </a:rPr>
              <a:t>AI </a:t>
            </a:r>
            <a:r>
              <a:rPr lang="en-US" dirty="0" err="1">
                <a:effectLst/>
                <a:latin typeface="+mn-lt"/>
                <a:ea typeface="Calibri" panose="020F0502020204030204" pitchFamily="34" charset="0"/>
              </a:rPr>
              <a:t>Sweigart</a:t>
            </a:r>
            <a:r>
              <a:rPr lang="en-US" dirty="0">
                <a:effectLst/>
                <a:latin typeface="+mn-lt"/>
                <a:ea typeface="Calibri" panose="020F0502020204030204" pitchFamily="34" charset="0"/>
              </a:rPr>
              <a:t>, “Automate Boring Stuff with Python: Practical Programming for Total Beginners 1</a:t>
            </a:r>
            <a:r>
              <a:rPr lang="en-US" baseline="30000" dirty="0">
                <a:effectLst/>
                <a:latin typeface="+mn-lt"/>
                <a:ea typeface="Calibri" panose="020F0502020204030204" pitchFamily="34" charset="0"/>
              </a:rPr>
              <a:t>st</a:t>
            </a:r>
            <a:r>
              <a:rPr lang="en-US" dirty="0">
                <a:effectLst/>
                <a:latin typeface="+mn-lt"/>
                <a:ea typeface="Calibri" panose="020F0502020204030204" pitchFamily="34" charset="0"/>
              </a:rPr>
              <a:t> Edition”</a:t>
            </a:r>
          </a:p>
          <a:p>
            <a:pPr marL="285750" indent="-285750">
              <a:lnSpc>
                <a:spcPct val="150000"/>
              </a:lnSpc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dirty="0">
                <a:effectLst/>
                <a:latin typeface="+mn-lt"/>
                <a:ea typeface="Calibri" panose="020F0502020204030204" pitchFamily="34" charset="0"/>
              </a:rPr>
              <a:t>Python Automation Projects Scripts You Should Know- </a:t>
            </a:r>
            <a:r>
              <a:rPr lang="en-US" u="sng" dirty="0">
                <a:solidFill>
                  <a:srgbClr val="0563C1"/>
                </a:solidFill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https://www.freecodecamp.org/news/python-automation-scripts/</a:t>
            </a:r>
            <a:endParaRPr lang="en-US" u="sng" dirty="0">
              <a:solidFill>
                <a:srgbClr val="0563C1"/>
              </a:solidFill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Automating with Python: A Developer’s Guide For 2023-https://www.learnenough.com/blog/automating-with-python</a:t>
            </a:r>
          </a:p>
          <a:p>
            <a:pPr marL="285750" indent="-285750">
              <a:lnSpc>
                <a:spcPct val="150000"/>
              </a:lnSpc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dirty="0">
                <a:effectLst/>
                <a:latin typeface="+mn-lt"/>
                <a:ea typeface="Calibri" panose="020F0502020204030204" pitchFamily="34" charset="0"/>
              </a:rPr>
              <a:t>Figma to </a:t>
            </a:r>
            <a:r>
              <a:rPr lang="en-US" dirty="0" err="1">
                <a:effectLst/>
                <a:latin typeface="+mn-lt"/>
                <a:ea typeface="Calibri" panose="020F0502020204030204" pitchFamily="34" charset="0"/>
              </a:rPr>
              <a:t>Tkinter</a:t>
            </a:r>
            <a:r>
              <a:rPr lang="en-US" dirty="0">
                <a:effectLst/>
                <a:latin typeface="+mn-lt"/>
                <a:ea typeface="Calibri" panose="020F0502020204030204" pitchFamily="34" charset="0"/>
              </a:rPr>
              <a:t> Designer API- </a:t>
            </a:r>
            <a:r>
              <a:rPr lang="en-US" u="sng" dirty="0">
                <a:solidFill>
                  <a:srgbClr val="0563C1"/>
                </a:solidFill>
                <a:effectLst/>
                <a:latin typeface="+mn-lt"/>
                <a:ea typeface="Calibri" panose="020F0502020204030204" pitchFamily="34" charset="0"/>
                <a:hlinkClick r:id="rId5"/>
              </a:rPr>
              <a:t>https://github.com/ParthJadhav/Tkinter-Designer</a:t>
            </a:r>
            <a:endParaRPr lang="en-US" u="sng" dirty="0">
              <a:solidFill>
                <a:srgbClr val="0563C1"/>
              </a:solidFill>
              <a:effectLst/>
              <a:latin typeface="+mn-lt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OpenPyXL</a:t>
            </a:r>
            <a:r>
              <a:rPr lang="en-US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 documentation -https://openpyxl.readthedocs.io/</a:t>
            </a:r>
            <a:r>
              <a:rPr lang="en-US" dirty="0" err="1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en</a:t>
            </a:r>
            <a:r>
              <a:rPr lang="en-US" dirty="0">
                <a:effectLst/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/stable/editing_worksheets.html</a:t>
            </a:r>
          </a:p>
          <a:p>
            <a:pPr marL="285750" indent="-285750">
              <a:lnSpc>
                <a:spcPct val="150000"/>
              </a:lnSpc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en-US" dirty="0">
                <a:effectLst/>
                <a:latin typeface="+mn-lt"/>
                <a:ea typeface="Calibri" panose="020F0502020204030204" pitchFamily="34" charset="0"/>
              </a:rPr>
              <a:t>Python-docx documentation -https://www.learnenough.com/blog/automating-with-python</a:t>
            </a: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623190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D966"/>
            </a:gs>
            <a:gs pos="100000">
              <a:srgbClr val="FF990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6DB1A1-3E10-2DC4-8D24-FE336B74DBC8}"/>
              </a:ext>
            </a:extLst>
          </p:cNvPr>
          <p:cNvSpPr txBox="1"/>
          <p:nvPr/>
        </p:nvSpPr>
        <p:spPr>
          <a:xfrm>
            <a:off x="3230880" y="2217807"/>
            <a:ext cx="3251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tzwalter template">
  <a:themeElements>
    <a:clrScheme name="Custom 347">
      <a:dk1>
        <a:srgbClr val="1A2A30"/>
      </a:dk1>
      <a:lt1>
        <a:srgbClr val="FFFFFF"/>
      </a:lt1>
      <a:dk2>
        <a:srgbClr val="66787E"/>
      </a:dk2>
      <a:lt2>
        <a:srgbClr val="E9F0EF"/>
      </a:lt2>
      <a:accent1>
        <a:srgbClr val="D6F075"/>
      </a:accent1>
      <a:accent2>
        <a:srgbClr val="50DD8B"/>
      </a:accent2>
      <a:accent3>
        <a:srgbClr val="0D89B1"/>
      </a:accent3>
      <a:accent4>
        <a:srgbClr val="EB5E76"/>
      </a:accent4>
      <a:accent5>
        <a:srgbClr val="F08148"/>
      </a:accent5>
      <a:accent6>
        <a:srgbClr val="FFCC00"/>
      </a:accent6>
      <a:hlink>
        <a:srgbClr val="007094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1301</TotalTime>
  <Words>857</Words>
  <Application>Microsoft Office PowerPoint</Application>
  <PresentationFormat>On-screen Show (16:9)</PresentationFormat>
  <Paragraphs>181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Wingdings</vt:lpstr>
      <vt:lpstr>Arial</vt:lpstr>
      <vt:lpstr>Abadi</vt:lpstr>
      <vt:lpstr>Aptos Display</vt:lpstr>
      <vt:lpstr>Bebas Neue</vt:lpstr>
      <vt:lpstr>Calibri</vt:lpstr>
      <vt:lpstr>Barlow Light</vt:lpstr>
      <vt:lpstr>Fitzwalter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BillForGE KUET TEACHERS’ EDITION (An AUTOMATIC BILL Generator from docx file)</dc:title>
  <dc:creator>ASUS</dc:creator>
  <cp:lastModifiedBy>swarajchbiswas66@gmail.com</cp:lastModifiedBy>
  <cp:revision>31</cp:revision>
  <dcterms:modified xsi:type="dcterms:W3CDTF">2025-03-18T12:40:39Z</dcterms:modified>
</cp:coreProperties>
</file>